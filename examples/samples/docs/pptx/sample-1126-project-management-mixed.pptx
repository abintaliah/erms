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1e4cc7814247fe" /><Relationship Type="http://schemas.openxmlformats.org/officeDocument/2006/relationships/extended-properties" Target="/docProps/app.xml" Id="R349c7f4dd81b4e54" /><Relationship Type="http://schemas.openxmlformats.org/officeDocument/2006/relationships/officeDocument" Target="/ppt/presentation.xml" Id="R42af0d22263c4073" /></Relationships>
</file>

<file path=ppt/presentation.xml><?xml version="1.0" encoding="utf-8"?>
<p:presentation xmlns:p="http://schemas.openxmlformats.org/presentationml/2006/main">
  <p:sldMasterIdLst>
    <p:sldMasterId xmlns:r="http://schemas.openxmlformats.org/officeDocument/2006/relationships" id="2147483648" r:id="Ra44cfbea2b1048cd"/>
  </p:sldMasterIdLst>
  <p:notesMasterIdLst>
    <p:notesMasterId xmlns:r="http://schemas.openxmlformats.org/officeDocument/2006/relationships" r:id="R9da81419eb6244c0"/>
  </p:notesMasterIdLst>
  <p:sldIdLst>
    <p:sldId xmlns:r="http://schemas.openxmlformats.org/officeDocument/2006/relationships" id="256" r:id="R04e64dbfd8cc4859"/>
    <p:sldId xmlns:r="http://schemas.openxmlformats.org/officeDocument/2006/relationships" id="257" r:id="Rdaa6c9f3071e4232"/>
    <p:sldId xmlns:r="http://schemas.openxmlformats.org/officeDocument/2006/relationships" id="258" r:id="Rf42661e926fa4c9a"/>
    <p:sldId xmlns:r="http://schemas.openxmlformats.org/officeDocument/2006/relationships" id="259" r:id="R822481020f9a48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97166f38964a2d" /><Relationship Type="http://schemas.openxmlformats.org/officeDocument/2006/relationships/slideMaster" Target="/ppt/slideMasters/slideMaster1.xml" Id="Ra44cfbea2b1048cd" /><Relationship Type="http://schemas.openxmlformats.org/officeDocument/2006/relationships/notesMaster" Target="/ppt/notesMasters/notesMaster1.xml" Id="R9da81419eb6244c0" /><Relationship Type="http://schemas.openxmlformats.org/officeDocument/2006/relationships/presProps" Target="/ppt/presProps.xml" Id="Rab0867d1998b41f3" /><Relationship Type="http://schemas.openxmlformats.org/officeDocument/2006/relationships/tableStyles" Target="/ppt/tableStyles.xml" Id="R27a3158a670449c8" /><Relationship Type="http://schemas.openxmlformats.org/officeDocument/2006/relationships/slide" Target="/ppt/slides/slide1.xml" Id="R04e64dbfd8cc4859" /><Relationship Type="http://schemas.openxmlformats.org/officeDocument/2006/relationships/slide" Target="/ppt/slides/slide2.xml" Id="Rdaa6c9f3071e4232" /><Relationship Type="http://schemas.openxmlformats.org/officeDocument/2006/relationships/slide" Target="/ppt/slides/slide3.xml" Id="Rf42661e926fa4c9a" /><Relationship Type="http://schemas.openxmlformats.org/officeDocument/2006/relationships/slide" Target="/ppt/slides/slide4.xml" Id="R822481020f9a48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db6759f91b43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2677644943416b" /><Relationship Type="http://schemas.openxmlformats.org/officeDocument/2006/relationships/notesMaster" Target="/ppt/notesMasters/notesMaster1.xml" Id="Rf11ed75aef8c42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aca5c05dca4fc8" /><Relationship Type="http://schemas.openxmlformats.org/officeDocument/2006/relationships/notesMaster" Target="/ppt/notesMasters/notesMaster1.xml" Id="Rd91e15ff39cb48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56cbe04be04537" /><Relationship Type="http://schemas.openxmlformats.org/officeDocument/2006/relationships/notesMaster" Target="/ppt/notesMasters/notesMaster1.xml" Id="Rf99873107cb34b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e63fbecf624b77" /><Relationship Type="http://schemas.openxmlformats.org/officeDocument/2006/relationships/notesMaster" Target="/ppt/notesMasters/notesMaster1.xml" Id="Rc3eab86beca542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94452b6f8842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7621126ab84305" /><Relationship Type="http://schemas.openxmlformats.org/officeDocument/2006/relationships/slideLayout" Target="/ppt/slideLayouts/slideLayout1.xml" Id="R7415cb3f8c9845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15cb3f8c9845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b60c094fbe4728" /><Relationship Type="http://schemas.openxmlformats.org/officeDocument/2006/relationships/notesSlide" Target="/ppt/notesSlides/notesSlide1.xml" Id="R8d91f335f02f46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8dc0f41f1d4e62" /><Relationship Type="http://schemas.openxmlformats.org/officeDocument/2006/relationships/notesSlide" Target="/ppt/notesSlides/notesSlide2.xml" Id="R3b7d2c09d95d4f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6c717437624864" /><Relationship Type="http://schemas.openxmlformats.org/officeDocument/2006/relationships/notesSlide" Target="/ppt/notesSlides/notesSlide3.xml" Id="R84c5bb9f77364f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bc80739ce2424d" /><Relationship Type="http://schemas.openxmlformats.org/officeDocument/2006/relationships/notesSlide" Target="/ppt/notesSlides/notesSlide4.xml" Id="Rc3a695080e8c4d4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A6065A-F4DF-442C-86F4-B4E5C7379A7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1</a:t>
            </a:r>
          </a:p>
        </p:txBody>
      </p:sp>
      <p:sp>
        <p:nvSpPr>
          <p:cNvPr id="2" name="">
            <a:extLst xmlns:a="http://schemas.openxmlformats.org/drawingml/2006/main">
              <a:ext uri="{FF2B5EF4-FFF2-40B4-BE49-F238E27FC236}">
                <a16:creationId xmlns:a16="http://schemas.microsoft.com/office/drawing/2014/main" id="{88FA3B93-1F25-4C6A-B2E2-3E403E5DEEC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11FC5D32-78D8-4A1B-9860-CF53C419387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wathiqrare1126 uses the uncommon term anfractuous. وتتضمن المذكرة المصطلح النادر الاستدراك. The current plan protects critical testing time while allowing lower priority activities to move within agreed tolerances. تحمي الخطة الحالية وقت الاختبار الحرج وتسمح بتحريك الأنشطة الأقل أولوية ضمن الحدود المتفق عليها. The project team reviewed milestones, dependencies,</a:t>
            </a:r>
          </a:p>
        </p:txBody>
      </p:sp>
      <p:sp>
        <p:nvSpPr>
          <p:cNvPr id="4" name="">
            <a:extLst xmlns:a="http://schemas.openxmlformats.org/drawingml/2006/main">
              <a:ext uri="{FF2B5EF4-FFF2-40B4-BE49-F238E27FC236}">
                <a16:creationId xmlns:a16="http://schemas.microsoft.com/office/drawing/2014/main" id="{4FF72CE5-1AD9-4502-B8CE-FF506161A1DE}"/>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WTHQ-1126  Part 1 of 4</a:t>
            </a:r>
          </a:p>
        </p:txBody>
      </p:sp>
    </p:spTree>
    <p:extLst>
      <p:ext uri="{BB962C8B-B14F-4D97-AF65-F5344CB8AC3E}">
        <p14:creationId xmlns:p14="http://schemas.microsoft.com/office/powerpoint/2010/main" val="1884571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1EE590-8C39-44B4-AC0D-B937DDD213A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2</a:t>
            </a:r>
          </a:p>
        </p:txBody>
      </p:sp>
      <p:sp>
        <p:nvSpPr>
          <p:cNvPr id="2" name="">
            <a:extLst xmlns:a="http://schemas.openxmlformats.org/drawingml/2006/main">
              <a:ext uri="{FF2B5EF4-FFF2-40B4-BE49-F238E27FC236}">
                <a16:creationId xmlns:a16="http://schemas.microsoft.com/office/drawing/2014/main" id="{77DC124A-03F4-4F87-ADD7-D6A41572D91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F8E53FD1-57DC-4975-BE47-E1F31BEC9BC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risks, and decisions before updating the delivery schedule. راجع فريق المشروع المراحل والاعتماديات والمخاطر والقرارات قبل تحديث جدول التنفيذ. Workstream leads confirmed completed tasks with evidence and identified constraints that could affect the next reporting period. أكد قادة مسارات العمل المهام المكتملة بالأدلة وحددوا القيود التي قد تؤثر في فترة</a:t>
            </a:r>
          </a:p>
        </p:txBody>
      </p:sp>
      <p:sp>
        <p:nvSpPr>
          <p:cNvPr id="4" name="">
            <a:extLst xmlns:a="http://schemas.openxmlformats.org/drawingml/2006/main">
              <a:ext uri="{FF2B5EF4-FFF2-40B4-BE49-F238E27FC236}">
                <a16:creationId xmlns:a16="http://schemas.microsoft.com/office/drawing/2014/main" id="{E4B832F0-3657-4874-A5E4-03CB79C7A092}"/>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WTHQ-1126  Part 2 of 4</a:t>
            </a:r>
          </a:p>
        </p:txBody>
      </p:sp>
    </p:spTree>
    <p:extLst>
      <p:ext uri="{BB962C8B-B14F-4D97-AF65-F5344CB8AC3E}">
        <p14:creationId xmlns:p14="http://schemas.microsoft.com/office/powerpoint/2010/main" val="21424428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8E5B26-CC3B-4CCF-85EA-EAA702AD1974}"/>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3</a:t>
            </a:r>
          </a:p>
        </p:txBody>
      </p:sp>
      <p:sp>
        <p:nvSpPr>
          <p:cNvPr id="2" name="">
            <a:extLst xmlns:a="http://schemas.openxmlformats.org/drawingml/2006/main">
              <a:ext uri="{FF2B5EF4-FFF2-40B4-BE49-F238E27FC236}">
                <a16:creationId xmlns:a16="http://schemas.microsoft.com/office/drawing/2014/main" id="{F9F048A1-9A40-4715-BAEA-86B2BB24A94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33F60215-F28D-458E-AD2F-380ED52C22D2}"/>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التقرير القادمة. The current plan protects critical testing time while allowing lower priority activities to move within agreed tolerances. تحمي الخطة الحالية وقت الاختبار الحرج وتسمح بتحريك الأنشطة الأقل أولوية ضمن الحدود المتفق عليها. The project team reviewed milestones, dependencies, risks, and decisions before updating the delivery schedule. راجع فريق</a:t>
            </a:r>
          </a:p>
        </p:txBody>
      </p:sp>
      <p:sp>
        <p:nvSpPr>
          <p:cNvPr id="4" name="">
            <a:extLst xmlns:a="http://schemas.openxmlformats.org/drawingml/2006/main">
              <a:ext uri="{FF2B5EF4-FFF2-40B4-BE49-F238E27FC236}">
                <a16:creationId xmlns:a16="http://schemas.microsoft.com/office/drawing/2014/main" id="{4F09016F-0BDC-40D9-928C-4B01E0FCF50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WTHQ-1126  Part 3 of 4</a:t>
            </a:r>
          </a:p>
        </p:txBody>
      </p:sp>
    </p:spTree>
    <p:extLst>
      <p:ext uri="{BB962C8B-B14F-4D97-AF65-F5344CB8AC3E}">
        <p14:creationId xmlns:p14="http://schemas.microsoft.com/office/powerpoint/2010/main" val="12308102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A9C22D-2785-483A-A9BA-95DE1790ABD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4</a:t>
            </a:r>
          </a:p>
        </p:txBody>
      </p:sp>
      <p:sp>
        <p:nvSpPr>
          <p:cNvPr id="2" name="">
            <a:extLst xmlns:a="http://schemas.openxmlformats.org/drawingml/2006/main">
              <a:ext uri="{FF2B5EF4-FFF2-40B4-BE49-F238E27FC236}">
                <a16:creationId xmlns:a16="http://schemas.microsoft.com/office/drawing/2014/main" id="{7F42DAE5-AD4D-46EC-8C4F-767A2D5EACBD}"/>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59157A7F-91A8-4E7E-BD74-937DF5E4589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المشروع المراحل والاعتماديات والمخاطر والقرارات قبل تحديث جدول التنفيذ. Workstream leads confirmed completed tasks with evidence and identified constraints that could affect the next reporting period. أكد قادة مسارات العمل المهام المكتملة بالأدلة وحددوا القيود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FDFA0F74-1643-4E13-93BB-E56614AC64C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WTHQ-1126  Part 4 of 4</a:t>
            </a:r>
          </a:p>
        </p:txBody>
      </p:sp>
    </p:spTree>
    <p:extLst>
      <p:ext uri="{BB962C8B-B14F-4D97-AF65-F5344CB8AC3E}">
        <p14:creationId xmlns:p14="http://schemas.microsoft.com/office/powerpoint/2010/main" val="9111951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2026-09-24T12:43:59.8430000Z</dcterms:created>
  <dcterms:modified xsi:type="dcterms:W3CDTF">2026-09-24T12:43:59.8430000Z</dcterms:modified>
</coreProperties>
</file>