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1e13c597c74915" /><Relationship Type="http://schemas.openxmlformats.org/officeDocument/2006/relationships/extended-properties" Target="/docProps/app.xml" Id="R51bbf854984d4e9e" /><Relationship Type="http://schemas.openxmlformats.org/officeDocument/2006/relationships/officeDocument" Target="/ppt/presentation.xml" Id="Rd6ec701d98754a8f" /></Relationships>
</file>

<file path=ppt/presentation.xml><?xml version="1.0" encoding="utf-8"?>
<p:presentation xmlns:p="http://schemas.openxmlformats.org/presentationml/2006/main">
  <p:sldMasterIdLst>
    <p:sldMasterId xmlns:r="http://schemas.openxmlformats.org/officeDocument/2006/relationships" id="2147483648" r:id="R842b2e5e7a8845bf"/>
  </p:sldMasterIdLst>
  <p:notesMasterIdLst>
    <p:notesMasterId xmlns:r="http://schemas.openxmlformats.org/officeDocument/2006/relationships" r:id="R6f17477652c64cdc"/>
  </p:notesMasterIdLst>
  <p:sldIdLst>
    <p:sldId xmlns:r="http://schemas.openxmlformats.org/officeDocument/2006/relationships" id="256" r:id="R33b5a9b7f92c46f2"/>
    <p:sldId xmlns:r="http://schemas.openxmlformats.org/officeDocument/2006/relationships" id="257" r:id="R814b822b246d4a18"/>
    <p:sldId xmlns:r="http://schemas.openxmlformats.org/officeDocument/2006/relationships" id="258" r:id="Rf952bd6cbce34f88"/>
    <p:sldId xmlns:r="http://schemas.openxmlformats.org/officeDocument/2006/relationships" id="259" r:id="Re4839dadb52c44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67d723f1404e53" /><Relationship Type="http://schemas.openxmlformats.org/officeDocument/2006/relationships/slideMaster" Target="/ppt/slideMasters/slideMaster1.xml" Id="R842b2e5e7a8845bf" /><Relationship Type="http://schemas.openxmlformats.org/officeDocument/2006/relationships/notesMaster" Target="/ppt/notesMasters/notesMaster1.xml" Id="R6f17477652c64cdc" /><Relationship Type="http://schemas.openxmlformats.org/officeDocument/2006/relationships/presProps" Target="/ppt/presProps.xml" Id="Rbcf02a1e6d41440c" /><Relationship Type="http://schemas.openxmlformats.org/officeDocument/2006/relationships/tableStyles" Target="/ppt/tableStyles.xml" Id="R1d364c29d9a34e8f" /><Relationship Type="http://schemas.openxmlformats.org/officeDocument/2006/relationships/slide" Target="/ppt/slides/slide1.xml" Id="R33b5a9b7f92c46f2" /><Relationship Type="http://schemas.openxmlformats.org/officeDocument/2006/relationships/slide" Target="/ppt/slides/slide2.xml" Id="R814b822b246d4a18" /><Relationship Type="http://schemas.openxmlformats.org/officeDocument/2006/relationships/slide" Target="/ppt/slides/slide3.xml" Id="Rf952bd6cbce34f88" /><Relationship Type="http://schemas.openxmlformats.org/officeDocument/2006/relationships/slide" Target="/ppt/slides/slide4.xml" Id="Re4839dadb52c44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612d9983e84c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0503b5da774d0d" /><Relationship Type="http://schemas.openxmlformats.org/officeDocument/2006/relationships/notesMaster" Target="/ppt/notesMasters/notesMaster1.xml" Id="Rd8544702e7784f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70e85c802242b7" /><Relationship Type="http://schemas.openxmlformats.org/officeDocument/2006/relationships/notesMaster" Target="/ppt/notesMasters/notesMaster1.xml" Id="R32e6243e2deb4b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d92f3c66bb40cd" /><Relationship Type="http://schemas.openxmlformats.org/officeDocument/2006/relationships/notesMaster" Target="/ppt/notesMasters/notesMaster1.xml" Id="R792c27215e8049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3f2b6a3e04482e" /><Relationship Type="http://schemas.openxmlformats.org/officeDocument/2006/relationships/notesMaster" Target="/ppt/notesMasters/notesMaster1.xml" Id="R660e06ee4d1f45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770270d89444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fbeebcacf94cfc" /><Relationship Type="http://schemas.openxmlformats.org/officeDocument/2006/relationships/slideLayout" Target="/ppt/slideLayouts/slideLayout1.xml" Id="R7df6cc2b28eb4a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f6cc2b28eb4a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7e73b23979343a9" /><Relationship Type="http://schemas.openxmlformats.org/officeDocument/2006/relationships/notesSlide" Target="/ppt/notesSlides/notesSlide1.xml" Id="R7371f76a6f3e42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3c19fc42094b20" /><Relationship Type="http://schemas.openxmlformats.org/officeDocument/2006/relationships/notesSlide" Target="/ppt/notesSlides/notesSlide2.xml" Id="R664815be5a3441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b8e5eb4eee4354" /><Relationship Type="http://schemas.openxmlformats.org/officeDocument/2006/relationships/notesSlide" Target="/ppt/notesSlides/notesSlide3.xml" Id="Ra68b52dca9c44b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2e20d256594e6a" /><Relationship Type="http://schemas.openxmlformats.org/officeDocument/2006/relationships/notesSlide" Target="/ppt/notesSlides/notesSlide4.xml" Id="R917fc3176fee401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47B60B-D77A-457E-8687-169661D6C16C}"/>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1</a:t>
            </a:r>
          </a:p>
        </p:txBody>
      </p:sp>
      <p:sp>
        <p:nvSpPr>
          <p:cNvPr id="2" name="">
            <a:extLst xmlns:a="http://schemas.openxmlformats.org/drawingml/2006/main">
              <a:ext uri="{FF2B5EF4-FFF2-40B4-BE49-F238E27FC236}">
                <a16:creationId xmlns:a16="http://schemas.microsoft.com/office/drawing/2014/main" id="{8DA3D0D2-60DF-4BE2-B88D-4EF2A3C21A89}"/>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F47AD3D0-5801-4747-9055-02746DE31FFD}"/>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wathiqrare1131 uses the uncommon term quincunx. وتتضمن المذكرة المصطلح النادر الاستعصاء. سجل الموظفون كل طلب مع المسؤول وتاريخ الاستحقاق والمرجع الداعم حتى يبقى العمل المعلق واضحا. يقلل الإجراء المحدث الموافقات المكررة ويحفظ الأدلة بجانب المعاملة التي أنتجتها. سيراجع المشرفون الطلبات المتأخرة أسبوعيا ويعالجون الاعتماديات مع وحدة الأعمال المسؤولة. The</a:t>
            </a:r>
          </a:p>
        </p:txBody>
      </p:sp>
      <p:sp>
        <p:nvSpPr>
          <p:cNvPr id="4" name="">
            <a:extLst xmlns:a="http://schemas.openxmlformats.org/drawingml/2006/main">
              <a:ext uri="{FF2B5EF4-FFF2-40B4-BE49-F238E27FC236}">
                <a16:creationId xmlns:a16="http://schemas.microsoft.com/office/drawing/2014/main" id="{943AC704-B88B-4784-83FE-DAFB4EDEDA5C}"/>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WTHQ-1131  Part 1 of 4</a:t>
            </a:r>
          </a:p>
        </p:txBody>
      </p:sp>
    </p:spTree>
    <p:extLst>
      <p:ext uri="{BB962C8B-B14F-4D97-AF65-F5344CB8AC3E}">
        <p14:creationId xmlns:p14="http://schemas.microsoft.com/office/powerpoint/2010/main" val="16754530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27FA3C-4F08-4FA8-B047-F54355A9FB65}"/>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2</a:t>
            </a:r>
          </a:p>
        </p:txBody>
      </p:sp>
      <p:sp>
        <p:nvSpPr>
          <p:cNvPr id="2" name="">
            <a:extLst xmlns:a="http://schemas.openxmlformats.org/drawingml/2006/main">
              <a:ext uri="{FF2B5EF4-FFF2-40B4-BE49-F238E27FC236}">
                <a16:creationId xmlns:a16="http://schemas.microsoft.com/office/drawing/2014/main" id="{5F23EAC6-5808-4020-84C8-56B0AE840AFA}"/>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E79507AB-DD64-4C7B-9A10-11B78813D235}"/>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administration team coordinated meeting rooms, correspondence, travel requests, and shared services for the coming month. نسق فريق الإدارة قاعات الاجتماعات والمراسلات وطلبات السفر والخدمات المشتركة للشهر القادم. سجل الموظفون كل طلب مع المسؤول وتاريخ الاستحقاق والمرجع الداعم حتى يبقى العمل المعلق واضحا. يقلل الإجراء المحدث الموافقات المكررة ويحفظ الأدلة بجانب</a:t>
            </a:r>
          </a:p>
        </p:txBody>
      </p:sp>
      <p:sp>
        <p:nvSpPr>
          <p:cNvPr id="4" name="">
            <a:extLst xmlns:a="http://schemas.openxmlformats.org/drawingml/2006/main">
              <a:ext uri="{FF2B5EF4-FFF2-40B4-BE49-F238E27FC236}">
                <a16:creationId xmlns:a16="http://schemas.microsoft.com/office/drawing/2014/main" id="{B6760120-5A4B-4209-A6FF-80F956F27541}"/>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WTHQ-1131  Part 2 of 4</a:t>
            </a:r>
          </a:p>
        </p:txBody>
      </p:sp>
    </p:spTree>
    <p:extLst>
      <p:ext uri="{BB962C8B-B14F-4D97-AF65-F5344CB8AC3E}">
        <p14:creationId xmlns:p14="http://schemas.microsoft.com/office/powerpoint/2010/main" val="11099359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08CFA8-4E66-4621-9E2B-33E9580C0ED1}"/>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3</a:t>
            </a:r>
          </a:p>
        </p:txBody>
      </p:sp>
      <p:sp>
        <p:nvSpPr>
          <p:cNvPr id="2" name="">
            <a:extLst xmlns:a="http://schemas.openxmlformats.org/drawingml/2006/main">
              <a:ext uri="{FF2B5EF4-FFF2-40B4-BE49-F238E27FC236}">
                <a16:creationId xmlns:a16="http://schemas.microsoft.com/office/drawing/2014/main" id="{AD0647B6-55BA-4740-9F6D-189EAAC2C9BE}"/>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E307A749-684C-47A8-9CAF-D1E0E9CD47F3}"/>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المعاملة التي أنتجتها. سيراجع المشرفون الطلبات المتأخرة أسبوعيا ويعالجون الاعتماديات مع وحدة الأعمال المسؤولة. The administration team coordinated meeting rooms, correspondence, travel requests, and shared services for the coming month. نسق فريق الإدارة قاعات الاجتماعات والمراسلات وطلبات السفر والخدمات المشتركة للشهر القادم. سجل الموظفون كل طلب مع المسؤول وتاريخ الاستحقاق</a:t>
            </a:r>
          </a:p>
        </p:txBody>
      </p:sp>
      <p:sp>
        <p:nvSpPr>
          <p:cNvPr id="4" name="">
            <a:extLst xmlns:a="http://schemas.openxmlformats.org/drawingml/2006/main">
              <a:ext uri="{FF2B5EF4-FFF2-40B4-BE49-F238E27FC236}">
                <a16:creationId xmlns:a16="http://schemas.microsoft.com/office/drawing/2014/main" id="{338DDBB8-06CD-4D05-88F8-0A4848FD450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WTHQ-1131  Part 3 of 4</a:t>
            </a:r>
          </a:p>
        </p:txBody>
      </p:sp>
    </p:spTree>
    <p:extLst>
      <p:ext uri="{BB962C8B-B14F-4D97-AF65-F5344CB8AC3E}">
        <p14:creationId xmlns:p14="http://schemas.microsoft.com/office/powerpoint/2010/main" val="19026589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05D177-30B4-4601-AE95-CC8A5F0DCA0E}"/>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4</a:t>
            </a:r>
          </a:p>
        </p:txBody>
      </p:sp>
      <p:sp>
        <p:nvSpPr>
          <p:cNvPr id="2" name="">
            <a:extLst xmlns:a="http://schemas.openxmlformats.org/drawingml/2006/main">
              <a:ext uri="{FF2B5EF4-FFF2-40B4-BE49-F238E27FC236}">
                <a16:creationId xmlns:a16="http://schemas.microsoft.com/office/drawing/2014/main" id="{EE49D826-D4D5-4F6D-A517-A861DD91672C}"/>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E9778BFB-205C-4DD1-AEB0-4737F9B5FAFD}"/>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والمرجع الداعم حتى يبقى العمل المعلق واضحا. يقلل الإجراء المحدث الموافقات المكررة ويحفظ الأدلة بجانب المعاملة التي أنتجتها. سيراجع المشرفون الطلبات المتأخرة أسبوعيا ويعالجون الاعتماديات مع وحدة الأعمال المسؤولة. The administration team coordinated meeting rooms,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36A9BB59-8372-4B62-8217-A6F170604D60}"/>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WTHQ-1131  Part 4 of 4</a:t>
            </a:r>
          </a:p>
        </p:txBody>
      </p:sp>
    </p:spTree>
    <p:extLst>
      <p:ext uri="{BB962C8B-B14F-4D97-AF65-F5344CB8AC3E}">
        <p14:creationId xmlns:p14="http://schemas.microsoft.com/office/powerpoint/2010/main" val="2360899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2026-09-24T12:44:07.2960000Z</dcterms:created>
  <dcterms:modified xsi:type="dcterms:W3CDTF">2026-09-24T12:44:07.2960000Z</dcterms:modified>
</coreProperties>
</file>