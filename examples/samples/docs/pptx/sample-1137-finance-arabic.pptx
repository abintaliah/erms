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7bd16ebcb49452e" /><Relationship Type="http://schemas.openxmlformats.org/officeDocument/2006/relationships/extended-properties" Target="/docProps/app.xml" Id="R7ef3a923172040de" /><Relationship Type="http://schemas.openxmlformats.org/officeDocument/2006/relationships/officeDocument" Target="/ppt/presentation.xml" Id="Rb019a9973b36465b" /></Relationships>
</file>

<file path=ppt/presentation.xml><?xml version="1.0" encoding="utf-8"?>
<p:presentation xmlns:p="http://schemas.openxmlformats.org/presentationml/2006/main">
  <p:sldMasterIdLst>
    <p:sldMasterId xmlns:r="http://schemas.openxmlformats.org/officeDocument/2006/relationships" id="2147483648" r:id="R4cd339e50f2f4412"/>
  </p:sldMasterIdLst>
  <p:notesMasterIdLst>
    <p:notesMasterId xmlns:r="http://schemas.openxmlformats.org/officeDocument/2006/relationships" r:id="R447fe5edd35f428a"/>
  </p:notesMasterIdLst>
  <p:sldIdLst>
    <p:sldId xmlns:r="http://schemas.openxmlformats.org/officeDocument/2006/relationships" id="256" r:id="Rcd0fbbd7ea7b486e"/>
    <p:sldId xmlns:r="http://schemas.openxmlformats.org/officeDocument/2006/relationships" id="257" r:id="R2ed525777aef43fc"/>
    <p:sldId xmlns:r="http://schemas.openxmlformats.org/officeDocument/2006/relationships" id="258" r:id="Rd68a62201fd544cb"/>
    <p:sldId xmlns:r="http://schemas.openxmlformats.org/officeDocument/2006/relationships" id="259" r:id="Ra4d1f3e9ca184a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88b8230ee74e84" /><Relationship Type="http://schemas.openxmlformats.org/officeDocument/2006/relationships/slideMaster" Target="/ppt/slideMasters/slideMaster1.xml" Id="R4cd339e50f2f4412" /><Relationship Type="http://schemas.openxmlformats.org/officeDocument/2006/relationships/notesMaster" Target="/ppt/notesMasters/notesMaster1.xml" Id="R447fe5edd35f428a" /><Relationship Type="http://schemas.openxmlformats.org/officeDocument/2006/relationships/presProps" Target="/ppt/presProps.xml" Id="R2b916e84e4cc4ecb" /><Relationship Type="http://schemas.openxmlformats.org/officeDocument/2006/relationships/tableStyles" Target="/ppt/tableStyles.xml" Id="R8e908e033478442c" /><Relationship Type="http://schemas.openxmlformats.org/officeDocument/2006/relationships/slide" Target="/ppt/slides/slide1.xml" Id="Rcd0fbbd7ea7b486e" /><Relationship Type="http://schemas.openxmlformats.org/officeDocument/2006/relationships/slide" Target="/ppt/slides/slide2.xml" Id="R2ed525777aef43fc" /><Relationship Type="http://schemas.openxmlformats.org/officeDocument/2006/relationships/slide" Target="/ppt/slides/slide3.xml" Id="Rd68a62201fd544cb" /><Relationship Type="http://schemas.openxmlformats.org/officeDocument/2006/relationships/slide" Target="/ppt/slides/slide4.xml" Id="Ra4d1f3e9ca184a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70c7cf75654a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644fb42b864e52" /><Relationship Type="http://schemas.openxmlformats.org/officeDocument/2006/relationships/notesMaster" Target="/ppt/notesMasters/notesMaster1.xml" Id="R04d4d53ad29444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a3125398ae4531" /><Relationship Type="http://schemas.openxmlformats.org/officeDocument/2006/relationships/notesMaster" Target="/ppt/notesMasters/notesMaster1.xml" Id="R7eeaf7d2600e46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7346903a6d42c7" /><Relationship Type="http://schemas.openxmlformats.org/officeDocument/2006/relationships/notesMaster" Target="/ppt/notesMasters/notesMaster1.xml" Id="Rc47712dbf6b04d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1b7a721c554c1c" /><Relationship Type="http://schemas.openxmlformats.org/officeDocument/2006/relationships/notesMaster" Target="/ppt/notesMasters/notesMaster1.xml" Id="Rccff744303f541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fe572d648e43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b0a960244a4e64" /><Relationship Type="http://schemas.openxmlformats.org/officeDocument/2006/relationships/slideLayout" Target="/ppt/slideLayouts/slideLayout1.xml" Id="R98bc6bdb500147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bc6bdb500147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0bbe7f1a4a4567" /><Relationship Type="http://schemas.openxmlformats.org/officeDocument/2006/relationships/notesSlide" Target="/ppt/notesSlides/notesSlide1.xml" Id="R1a21f0b53d274e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21e735d26614979" /><Relationship Type="http://schemas.openxmlformats.org/officeDocument/2006/relationships/notesSlide" Target="/ppt/notesSlides/notesSlide2.xml" Id="Rcfb102f5468749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25ee7069dbe4c84" /><Relationship Type="http://schemas.openxmlformats.org/officeDocument/2006/relationships/notesSlide" Target="/ppt/notesSlides/notesSlide3.xml" Id="Ra209ccabf7064f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0ef3f0749bc41a2" /><Relationship Type="http://schemas.openxmlformats.org/officeDocument/2006/relationships/notesSlide" Target="/ppt/notesSlides/notesSlide4.xml" Id="Ra7e634e0139f4b7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8B1B048-4E1C-43D4-9F56-4DCC25E8E507}"/>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Quarterly Finance Review 1</a:t>
            </a:r>
          </a:p>
        </p:txBody>
      </p:sp>
      <p:sp>
        <p:nvSpPr>
          <p:cNvPr id="2" name="">
            <a:extLst xmlns:a="http://schemas.openxmlformats.org/drawingml/2006/main">
              <a:ext uri="{FF2B5EF4-FFF2-40B4-BE49-F238E27FC236}">
                <a16:creationId xmlns:a16="http://schemas.microsoft.com/office/drawing/2014/main" id="{4C6CB965-2C0D-4269-8D76-7EAA50D46ABB}"/>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مالية ربع سنوية‬</a:t>
            </a:r>
          </a:p>
        </p:txBody>
      </p:sp>
      <p:sp>
        <p:nvSpPr>
          <p:cNvPr id="3" name="">
            <a:extLst xmlns:a="http://schemas.openxmlformats.org/drawingml/2006/main">
              <a:ext uri="{FF2B5EF4-FFF2-40B4-BE49-F238E27FC236}">
                <a16:creationId xmlns:a16="http://schemas.microsoft.com/office/drawing/2014/main" id="{57E5DC53-CA06-45EF-9921-889FD34299F7}"/>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wathiqrare1137 uses the uncommon term crepuscular. وتتضمن المذكرة المصطلح النادر التغاير. يحافظ التوقع المحدث على مخصص الطوارئ ويوجه الموارد المتاحة إلى الخدمات ذات الحاجة التشغيلية المؤكدة. سيقارن المديرون الإنفاق الفعلي بالميزانية المعتمدة ويشرحون التغيرات المهمة خلال اجتماع المراجعة الربع سنوية. The finance team reviewed monthly expenditure, revenue timing, and</a:t>
            </a:r>
          </a:p>
        </p:txBody>
      </p:sp>
      <p:sp>
        <p:nvSpPr>
          <p:cNvPr id="4" name="">
            <a:extLst xmlns:a="http://schemas.openxmlformats.org/drawingml/2006/main">
              <a:ext uri="{FF2B5EF4-FFF2-40B4-BE49-F238E27FC236}">
                <a16:creationId xmlns:a16="http://schemas.microsoft.com/office/drawing/2014/main" id="{FF8CEEB1-53AD-4F49-A411-55DEDB427BE5}"/>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WTHQ-1137  Part 1 of 4</a:t>
            </a:r>
          </a:p>
        </p:txBody>
      </p:sp>
    </p:spTree>
    <p:extLst>
      <p:ext uri="{BB962C8B-B14F-4D97-AF65-F5344CB8AC3E}">
        <p14:creationId xmlns:p14="http://schemas.microsoft.com/office/powerpoint/2010/main" val="137159868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5DF046F-0041-417A-B61A-757FEAEE2601}"/>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Quarterly Finance Review 2</a:t>
            </a:r>
          </a:p>
        </p:txBody>
      </p:sp>
      <p:sp>
        <p:nvSpPr>
          <p:cNvPr id="2" name="">
            <a:extLst xmlns:a="http://schemas.openxmlformats.org/drawingml/2006/main">
              <a:ext uri="{FF2B5EF4-FFF2-40B4-BE49-F238E27FC236}">
                <a16:creationId xmlns:a16="http://schemas.microsoft.com/office/drawing/2014/main" id="{40245F21-7A02-45FE-82BD-31BA1F70CFE3}"/>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مالية ربع سنوية‬</a:t>
            </a:r>
          </a:p>
        </p:txBody>
      </p:sp>
      <p:sp>
        <p:nvSpPr>
          <p:cNvPr id="3" name="">
            <a:extLst xmlns:a="http://schemas.openxmlformats.org/drawingml/2006/main">
              <a:ext uri="{FF2B5EF4-FFF2-40B4-BE49-F238E27FC236}">
                <a16:creationId xmlns:a16="http://schemas.microsoft.com/office/drawing/2014/main" id="{EA2D5A17-E1DB-4C86-9315-2E7AA1BE17AF}"/>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cash forecasts before preparing the next management report. راجع فريق المالية المصروفات الشهرية وتوقيت الإيرادات وتوقعات التدفق النقدي قبل إعداد التقرير الإداري القادم. طابق المحللون فواتير الموردين مع الالتزامات المعتمدة ووثقوا كل فرق يحتاج إلى متابعة من مسؤول الميزانية. يحافظ التوقع المحدث على مخصص الطوارئ ويوجه الموارد المتاحة إلى الخدمات</a:t>
            </a:r>
          </a:p>
        </p:txBody>
      </p:sp>
      <p:sp>
        <p:nvSpPr>
          <p:cNvPr id="4" name="">
            <a:extLst xmlns:a="http://schemas.openxmlformats.org/drawingml/2006/main">
              <a:ext uri="{FF2B5EF4-FFF2-40B4-BE49-F238E27FC236}">
                <a16:creationId xmlns:a16="http://schemas.microsoft.com/office/drawing/2014/main" id="{079E80FE-3EB0-4F3C-BC34-FDD71375386B}"/>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WTHQ-1137  Part 2 of 4</a:t>
            </a:r>
          </a:p>
        </p:txBody>
      </p:sp>
    </p:spTree>
    <p:extLst>
      <p:ext uri="{BB962C8B-B14F-4D97-AF65-F5344CB8AC3E}">
        <p14:creationId xmlns:p14="http://schemas.microsoft.com/office/powerpoint/2010/main" val="184921763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54FD5B3-D20E-4DC3-A7DE-C33551002DCB}"/>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Quarterly Finance Review 3</a:t>
            </a:r>
          </a:p>
        </p:txBody>
      </p:sp>
      <p:sp>
        <p:nvSpPr>
          <p:cNvPr id="2" name="">
            <a:extLst xmlns:a="http://schemas.openxmlformats.org/drawingml/2006/main">
              <a:ext uri="{FF2B5EF4-FFF2-40B4-BE49-F238E27FC236}">
                <a16:creationId xmlns:a16="http://schemas.microsoft.com/office/drawing/2014/main" id="{BFB9D3EA-0811-48A4-AE62-E6B439897B83}"/>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مالية ربع سنوية‬</a:t>
            </a:r>
          </a:p>
        </p:txBody>
      </p:sp>
      <p:sp>
        <p:nvSpPr>
          <p:cNvPr id="3" name="">
            <a:extLst xmlns:a="http://schemas.openxmlformats.org/drawingml/2006/main">
              <a:ext uri="{FF2B5EF4-FFF2-40B4-BE49-F238E27FC236}">
                <a16:creationId xmlns:a16="http://schemas.microsoft.com/office/drawing/2014/main" id="{33CFEFA0-DF83-4713-B06D-EB8375B1D366}"/>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ذات الحاجة التشغيلية المؤكدة. سيقارن المديرون الإنفاق الفعلي بالميزانية المعتمدة ويشرحون التغيرات المهمة خلال اجتماع المراجعة الربع سنوية. The finance team reviewed monthly expenditure, revenue timing, and cash forecasts before preparing the next management report. راجع فريق المالية المصروفات الشهرية وتوقيت الإيرادات وتوقعات التدفق النقدي قبل إعداد التقرير الإداري القادم.</a:t>
            </a:r>
          </a:p>
        </p:txBody>
      </p:sp>
      <p:sp>
        <p:nvSpPr>
          <p:cNvPr id="4" name="">
            <a:extLst xmlns:a="http://schemas.openxmlformats.org/drawingml/2006/main">
              <a:ext uri="{FF2B5EF4-FFF2-40B4-BE49-F238E27FC236}">
                <a16:creationId xmlns:a16="http://schemas.microsoft.com/office/drawing/2014/main" id="{7F6BFE29-A38E-40B2-8CC7-180FF8F18485}"/>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WTHQ-1137  Part 3 of 4</a:t>
            </a:r>
          </a:p>
        </p:txBody>
      </p:sp>
    </p:spTree>
    <p:extLst>
      <p:ext uri="{BB962C8B-B14F-4D97-AF65-F5344CB8AC3E}">
        <p14:creationId xmlns:p14="http://schemas.microsoft.com/office/powerpoint/2010/main" val="20622421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733E66A-98E5-406C-B05C-2A1F943349A3}"/>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Quarterly Finance Review 4</a:t>
            </a:r>
          </a:p>
        </p:txBody>
      </p:sp>
      <p:sp>
        <p:nvSpPr>
          <p:cNvPr id="2" name="">
            <a:extLst xmlns:a="http://schemas.openxmlformats.org/drawingml/2006/main">
              <a:ext uri="{FF2B5EF4-FFF2-40B4-BE49-F238E27FC236}">
                <a16:creationId xmlns:a16="http://schemas.microsoft.com/office/drawing/2014/main" id="{94ADABD0-F26C-4785-82C5-60663681B4B2}"/>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مالية ربع سنوية‬</a:t>
            </a:r>
          </a:p>
        </p:txBody>
      </p:sp>
      <p:sp>
        <p:nvSpPr>
          <p:cNvPr id="3" name="">
            <a:extLst xmlns:a="http://schemas.openxmlformats.org/drawingml/2006/main">
              <a:ext uri="{FF2B5EF4-FFF2-40B4-BE49-F238E27FC236}">
                <a16:creationId xmlns:a16="http://schemas.microsoft.com/office/drawing/2014/main" id="{F65D9523-D8FC-4076-9A36-63756A518F21}"/>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طابق المحللون فواتير الموردين مع الالتزامات المعتمدة ووثقوا كل فرق يحتاج إلى متابعة من مسؤول الميزانية. يحافظ التوقع المحدث على مخصص الطوارئ ويوجه الموارد المتاحة إلى الخدمات ذات الحاجة التشغيلية المؤكدة. سيقارن المديرون الإنفاق الفعلي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59B0FDCE-0889-4DAD-ACE8-E80C3D2F6CFD}"/>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WTHQ-1137  Part 4 of 4</a:t>
            </a:r>
          </a:p>
        </p:txBody>
      </p:sp>
    </p:spTree>
    <p:extLst>
      <p:ext uri="{BB962C8B-B14F-4D97-AF65-F5344CB8AC3E}">
        <p14:creationId xmlns:p14="http://schemas.microsoft.com/office/powerpoint/2010/main" val="6495094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2026-09-24T12:44:16.2290000Z</dcterms:created>
  <dcterms:modified xsi:type="dcterms:W3CDTF">2026-09-24T12:44:16.2290000Z</dcterms:modified>
</coreProperties>
</file>