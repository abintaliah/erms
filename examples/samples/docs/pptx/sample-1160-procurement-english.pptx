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af23e15c974cdc" /><Relationship Type="http://schemas.openxmlformats.org/officeDocument/2006/relationships/extended-properties" Target="/docProps/app.xml" Id="R595d1728a68e4408" /><Relationship Type="http://schemas.openxmlformats.org/officeDocument/2006/relationships/officeDocument" Target="/ppt/presentation.xml" Id="R1d4ba55b13954117" /></Relationships>
</file>

<file path=ppt/presentation.xml><?xml version="1.0" encoding="utf-8"?>
<p:presentation xmlns:p="http://schemas.openxmlformats.org/presentationml/2006/main">
  <p:sldMasterIdLst>
    <p:sldMasterId xmlns:r="http://schemas.openxmlformats.org/officeDocument/2006/relationships" id="2147483648" r:id="Rf0798ecf1b3a4602"/>
  </p:sldMasterIdLst>
  <p:notesMasterIdLst>
    <p:notesMasterId xmlns:r="http://schemas.openxmlformats.org/officeDocument/2006/relationships" r:id="R6c96fc0e4a6a40ed"/>
  </p:notesMasterIdLst>
  <p:sldIdLst>
    <p:sldId xmlns:r="http://schemas.openxmlformats.org/officeDocument/2006/relationships" id="256" r:id="Ra85b210222914c21"/>
    <p:sldId xmlns:r="http://schemas.openxmlformats.org/officeDocument/2006/relationships" id="257" r:id="R852dd467ccd14958"/>
    <p:sldId xmlns:r="http://schemas.openxmlformats.org/officeDocument/2006/relationships" id="258" r:id="R74612fd46ceb4e0d"/>
    <p:sldId xmlns:r="http://schemas.openxmlformats.org/officeDocument/2006/relationships" id="259" r:id="Rea34b31b03044e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39f90839b84ebb" /><Relationship Type="http://schemas.openxmlformats.org/officeDocument/2006/relationships/slideMaster" Target="/ppt/slideMasters/slideMaster1.xml" Id="Rf0798ecf1b3a4602" /><Relationship Type="http://schemas.openxmlformats.org/officeDocument/2006/relationships/notesMaster" Target="/ppt/notesMasters/notesMaster1.xml" Id="R6c96fc0e4a6a40ed" /><Relationship Type="http://schemas.openxmlformats.org/officeDocument/2006/relationships/presProps" Target="/ppt/presProps.xml" Id="Rc4068b9f858f4004" /><Relationship Type="http://schemas.openxmlformats.org/officeDocument/2006/relationships/tableStyles" Target="/ppt/tableStyles.xml" Id="R84a2c20a293a4d32" /><Relationship Type="http://schemas.openxmlformats.org/officeDocument/2006/relationships/slide" Target="/ppt/slides/slide1.xml" Id="Ra85b210222914c21" /><Relationship Type="http://schemas.openxmlformats.org/officeDocument/2006/relationships/slide" Target="/ppt/slides/slide2.xml" Id="R852dd467ccd14958" /><Relationship Type="http://schemas.openxmlformats.org/officeDocument/2006/relationships/slide" Target="/ppt/slides/slide3.xml" Id="R74612fd46ceb4e0d" /><Relationship Type="http://schemas.openxmlformats.org/officeDocument/2006/relationships/slide" Target="/ppt/slides/slide4.xml" Id="Rea34b31b03044e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53040ad46540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29207ff4d84445" /><Relationship Type="http://schemas.openxmlformats.org/officeDocument/2006/relationships/notesMaster" Target="/ppt/notesMasters/notesMaster1.xml" Id="R451c5fe9832644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296d85bd7e4c1d" /><Relationship Type="http://schemas.openxmlformats.org/officeDocument/2006/relationships/notesMaster" Target="/ppt/notesMasters/notesMaster1.xml" Id="Rfda965a5d29640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66605e2c854cc1" /><Relationship Type="http://schemas.openxmlformats.org/officeDocument/2006/relationships/notesMaster" Target="/ppt/notesMasters/notesMaster1.xml" Id="R9c51eafec97e4a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d6558ca58f4847" /><Relationship Type="http://schemas.openxmlformats.org/officeDocument/2006/relationships/notesMaster" Target="/ppt/notesMasters/notesMaster1.xml" Id="Rd958dd3c03ff4b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4da90b3fdd40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ced598d5794859" /><Relationship Type="http://schemas.openxmlformats.org/officeDocument/2006/relationships/slideLayout" Target="/ppt/slideLayouts/slideLayout1.xml" Id="Rde9d471ed31643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9d471ed31643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adf23603504bbc" /><Relationship Type="http://schemas.openxmlformats.org/officeDocument/2006/relationships/notesSlide" Target="/ppt/notesSlides/notesSlide1.xml" Id="R2dacdfb1e08b41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d7390a41184550" /><Relationship Type="http://schemas.openxmlformats.org/officeDocument/2006/relationships/notesSlide" Target="/ppt/notesSlides/notesSlide2.xml" Id="R8f7094ff1b1145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5a49a8e6a4464a" /><Relationship Type="http://schemas.openxmlformats.org/officeDocument/2006/relationships/notesSlide" Target="/ppt/notesSlides/notesSlide3.xml" Id="R50b131a4ae7a44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09ea33cecb4292" /><Relationship Type="http://schemas.openxmlformats.org/officeDocument/2006/relationships/notesSlide" Target="/ppt/notesSlides/notesSlide4.xml" Id="R8e12eab933ae46c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2A3FA3-80EA-47E0-9DD0-B4D7CD01DB1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1</a:t>
            </a:r>
          </a:p>
        </p:txBody>
      </p:sp>
      <p:sp>
        <p:nvSpPr>
          <p:cNvPr id="2" name="">
            <a:extLst xmlns:a="http://schemas.openxmlformats.org/drawingml/2006/main">
              <a:ext uri="{FF2B5EF4-FFF2-40B4-BE49-F238E27FC236}">
                <a16:creationId xmlns:a16="http://schemas.microsoft.com/office/drawing/2014/main" id="{4565EFC8-9998-4428-9406-CBA251621C3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90A9EC1A-AF59-442A-9138-C2DD2811069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wathiqrare1160 uses the uncommon term palimpsest. وتتضمن المذكرة المصطلح النادر الاستيثاق. The procurement team reviewed purchase requests, evaluation records, contract dates, and supplier performance information. Each sourcing decision must retain the approved specification, evaluation evidence, and documented authorization trail. Contract owners will monitor delivery dates and resolve discrepancies before</a:t>
            </a:r>
          </a:p>
        </p:txBody>
      </p:sp>
      <p:sp>
        <p:nvSpPr>
          <p:cNvPr id="4" name="">
            <a:extLst xmlns:a="http://schemas.openxmlformats.org/drawingml/2006/main">
              <a:ext uri="{FF2B5EF4-FFF2-40B4-BE49-F238E27FC236}">
                <a16:creationId xmlns:a16="http://schemas.microsoft.com/office/drawing/2014/main" id="{FEC12EE8-FBE5-46BA-A917-6ED8C9FD305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WTHQ-1160  Part 1 of 4</a:t>
            </a:r>
          </a:p>
        </p:txBody>
      </p:sp>
    </p:spTree>
    <p:extLst>
      <p:ext uri="{BB962C8B-B14F-4D97-AF65-F5344CB8AC3E}">
        <p14:creationId xmlns:p14="http://schemas.microsoft.com/office/powerpoint/2010/main" val="13925519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EEDB19-1314-4561-A3E1-DC3CBF8DDE4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2</a:t>
            </a:r>
          </a:p>
        </p:txBody>
      </p:sp>
      <p:sp>
        <p:nvSpPr>
          <p:cNvPr id="2" name="">
            <a:extLst xmlns:a="http://schemas.openxmlformats.org/drawingml/2006/main">
              <a:ext uri="{FF2B5EF4-FFF2-40B4-BE49-F238E27FC236}">
                <a16:creationId xmlns:a16="http://schemas.microsoft.com/office/drawing/2014/main" id="{73414CCC-7FA2-42A8-945E-B1A9EEC556B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877FD444-3349-4047-B2D7-3C0CA8A449F3}"/>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accepting invoices for payment. The updated plan groups related demand where consolidation improves value without weakening operational accountability. راجع فريق المشتريات طلبات الشراء وسجلات التقييم وتواريخ العقود ومعلومات أداء الموردين. The procurement team reviewed purchase requests, evaluation records, contract dates, and supplier performance information. Each sourcing decision must retain the</a:t>
            </a:r>
          </a:p>
        </p:txBody>
      </p:sp>
      <p:sp>
        <p:nvSpPr>
          <p:cNvPr id="4" name="">
            <a:extLst xmlns:a="http://schemas.openxmlformats.org/drawingml/2006/main">
              <a:ext uri="{FF2B5EF4-FFF2-40B4-BE49-F238E27FC236}">
                <a16:creationId xmlns:a16="http://schemas.microsoft.com/office/drawing/2014/main" id="{7D7656F7-CDB0-4D6C-B6FC-A7D60A705A3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WTHQ-1160  Part 2 of 4</a:t>
            </a:r>
          </a:p>
        </p:txBody>
      </p:sp>
    </p:spTree>
    <p:extLst>
      <p:ext uri="{BB962C8B-B14F-4D97-AF65-F5344CB8AC3E}">
        <p14:creationId xmlns:p14="http://schemas.microsoft.com/office/powerpoint/2010/main" val="3948392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8938B2-1F23-40DA-B8BA-E4720968BCA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3</a:t>
            </a:r>
          </a:p>
        </p:txBody>
      </p:sp>
      <p:sp>
        <p:nvSpPr>
          <p:cNvPr id="2" name="">
            <a:extLst xmlns:a="http://schemas.openxmlformats.org/drawingml/2006/main">
              <a:ext uri="{FF2B5EF4-FFF2-40B4-BE49-F238E27FC236}">
                <a16:creationId xmlns:a16="http://schemas.microsoft.com/office/drawing/2014/main" id="{0DD499B7-8820-498E-AB6F-095680BF3CA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3BB983E7-418B-4391-82FF-32D4751198C3}"/>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approved specification, evaluation evidence, and documented authorization trail. Contract owners will monitor delivery dates and resolve discrepancies before accepting invoices for payment. The updated plan groups related demand where consolidation improves value without weakening operational accountability. راجع فريق المشتريات طلبات الشراء وسجلات التقييم وتواريخ العقود ومعلومات أداء الموردين. The procurement</a:t>
            </a:r>
          </a:p>
        </p:txBody>
      </p:sp>
      <p:sp>
        <p:nvSpPr>
          <p:cNvPr id="4" name="">
            <a:extLst xmlns:a="http://schemas.openxmlformats.org/drawingml/2006/main">
              <a:ext uri="{FF2B5EF4-FFF2-40B4-BE49-F238E27FC236}">
                <a16:creationId xmlns:a16="http://schemas.microsoft.com/office/drawing/2014/main" id="{DA8BC004-FB1A-4474-A61D-6F3373149D9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WTHQ-1160  Part 3 of 4</a:t>
            </a:r>
          </a:p>
        </p:txBody>
      </p:sp>
    </p:spTree>
    <p:extLst>
      <p:ext uri="{BB962C8B-B14F-4D97-AF65-F5344CB8AC3E}">
        <p14:creationId xmlns:p14="http://schemas.microsoft.com/office/powerpoint/2010/main" val="15355676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16FC1C-53AD-4318-99EA-351D96AEE92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4</a:t>
            </a:r>
          </a:p>
        </p:txBody>
      </p:sp>
      <p:sp>
        <p:nvSpPr>
          <p:cNvPr id="2" name="">
            <a:extLst xmlns:a="http://schemas.openxmlformats.org/drawingml/2006/main">
              <a:ext uri="{FF2B5EF4-FFF2-40B4-BE49-F238E27FC236}">
                <a16:creationId xmlns:a16="http://schemas.microsoft.com/office/drawing/2014/main" id="{6C2FD105-E3C4-49FD-B260-FBB824841A0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1C94594F-D4C2-423D-9BB4-93733821F0E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team reviewed purchase requests, evaluation records, contract dates, and supplier performance information. Each sourcing decision must retain the approved specification, evaluation evidence, and documented authorization trail. Contract owners will monitor delivery dates and resolve discrepancies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4AFDB70C-68DD-47C0-9B3C-609099619B80}"/>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WTHQ-1160  Part 4 of 4</a:t>
            </a:r>
          </a:p>
        </p:txBody>
      </p:sp>
    </p:spTree>
    <p:extLst>
      <p:ext uri="{BB962C8B-B14F-4D97-AF65-F5344CB8AC3E}">
        <p14:creationId xmlns:p14="http://schemas.microsoft.com/office/powerpoint/2010/main" val="20625255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2026-09-24T12:44:49.9050000Z</dcterms:created>
  <dcterms:modified xsi:type="dcterms:W3CDTF">2026-09-24T12:44:49.9050000Z</dcterms:modified>
</coreProperties>
</file>