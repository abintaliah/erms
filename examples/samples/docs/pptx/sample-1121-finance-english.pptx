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ccec0d33cfa4c88" /><Relationship Type="http://schemas.openxmlformats.org/officeDocument/2006/relationships/extended-properties" Target="/docProps/app.xml" Id="R95dbf3f1afd6420e" /><Relationship Type="http://schemas.openxmlformats.org/officeDocument/2006/relationships/officeDocument" Target="/ppt/presentation.xml" Id="R3be0954686994bdc" /></Relationships>
</file>

<file path=ppt/presentation.xml><?xml version="1.0" encoding="utf-8"?>
<p:presentation xmlns:p="http://schemas.openxmlformats.org/presentationml/2006/main">
  <p:sldMasterIdLst>
    <p:sldMasterId xmlns:r="http://schemas.openxmlformats.org/officeDocument/2006/relationships" id="2147483648" r:id="Rda2de8ec44704477"/>
  </p:sldMasterIdLst>
  <p:notesMasterIdLst>
    <p:notesMasterId xmlns:r="http://schemas.openxmlformats.org/officeDocument/2006/relationships" r:id="R176e3de2ee9147a5"/>
  </p:notesMasterIdLst>
  <p:sldIdLst>
    <p:sldId xmlns:r="http://schemas.openxmlformats.org/officeDocument/2006/relationships" id="256" r:id="Rca7e0225af004bd2"/>
    <p:sldId xmlns:r="http://schemas.openxmlformats.org/officeDocument/2006/relationships" id="257" r:id="Rcbf8589b7f784614"/>
    <p:sldId xmlns:r="http://schemas.openxmlformats.org/officeDocument/2006/relationships" id="258" r:id="Rdee09803eed74217"/>
    <p:sldId xmlns:r="http://schemas.openxmlformats.org/officeDocument/2006/relationships" id="259" r:id="R986becc5209e4ae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9c5826c53b4a44" /><Relationship Type="http://schemas.openxmlformats.org/officeDocument/2006/relationships/slideMaster" Target="/ppt/slideMasters/slideMaster1.xml" Id="Rda2de8ec44704477" /><Relationship Type="http://schemas.openxmlformats.org/officeDocument/2006/relationships/notesMaster" Target="/ppt/notesMasters/notesMaster1.xml" Id="R176e3de2ee9147a5" /><Relationship Type="http://schemas.openxmlformats.org/officeDocument/2006/relationships/presProps" Target="/ppt/presProps.xml" Id="R628c354226784a16" /><Relationship Type="http://schemas.openxmlformats.org/officeDocument/2006/relationships/tableStyles" Target="/ppt/tableStyles.xml" Id="R1100f63d6f3240d0" /><Relationship Type="http://schemas.openxmlformats.org/officeDocument/2006/relationships/slide" Target="/ppt/slides/slide1.xml" Id="Rca7e0225af004bd2" /><Relationship Type="http://schemas.openxmlformats.org/officeDocument/2006/relationships/slide" Target="/ppt/slides/slide2.xml" Id="Rcbf8589b7f784614" /><Relationship Type="http://schemas.openxmlformats.org/officeDocument/2006/relationships/slide" Target="/ppt/slides/slide3.xml" Id="Rdee09803eed74217" /><Relationship Type="http://schemas.openxmlformats.org/officeDocument/2006/relationships/slide" Target="/ppt/slides/slide4.xml" Id="R986becc5209e4a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6905ba3a91848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4bde5af01744fd" /><Relationship Type="http://schemas.openxmlformats.org/officeDocument/2006/relationships/notesMaster" Target="/ppt/notesMasters/notesMaster1.xml" Id="R21c65e9ef0c14f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ec78f168504205" /><Relationship Type="http://schemas.openxmlformats.org/officeDocument/2006/relationships/notesMaster" Target="/ppt/notesMasters/notesMaster1.xml" Id="Reb8e7280e64843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a8bcbeb4a24b02" /><Relationship Type="http://schemas.openxmlformats.org/officeDocument/2006/relationships/notesMaster" Target="/ppt/notesMasters/notesMaster1.xml" Id="Rbfa57bedc3b448a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053a6c6dd6a45ed" /><Relationship Type="http://schemas.openxmlformats.org/officeDocument/2006/relationships/notesMaster" Target="/ppt/notesMasters/notesMaster1.xml" Id="R50ba2904a81346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47d2c685d1439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3da880537548d5" /><Relationship Type="http://schemas.openxmlformats.org/officeDocument/2006/relationships/slideLayout" Target="/ppt/slideLayouts/slideLayout1.xml" Id="R40948e990ac64b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948e990ac64b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80ba0668d6145cb" /><Relationship Type="http://schemas.openxmlformats.org/officeDocument/2006/relationships/notesSlide" Target="/ppt/notesSlides/notesSlide1.xml" Id="Rc9ad10bdc3d340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b1867dab7184e5c" /><Relationship Type="http://schemas.openxmlformats.org/officeDocument/2006/relationships/notesSlide" Target="/ppt/notesSlides/notesSlide2.xml" Id="Ra25dd90c519b48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112b607637740f3" /><Relationship Type="http://schemas.openxmlformats.org/officeDocument/2006/relationships/notesSlide" Target="/ppt/notesSlides/notesSlide3.xml" Id="Rab1c6a7c17a848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cf652df0e834328" /><Relationship Type="http://schemas.openxmlformats.org/officeDocument/2006/relationships/notesSlide" Target="/ppt/notesSlides/notesSlide4.xml" Id="R6d2cc8317bc3426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5DE1AD0-7308-4BA0-BB87-9DFDEB79E51F}"/>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Quarterly Finance Review 1</a:t>
            </a:r>
          </a:p>
        </p:txBody>
      </p:sp>
      <p:sp>
        <p:nvSpPr>
          <p:cNvPr id="2" name="">
            <a:extLst xmlns:a="http://schemas.openxmlformats.org/drawingml/2006/main">
              <a:ext uri="{FF2B5EF4-FFF2-40B4-BE49-F238E27FC236}">
                <a16:creationId xmlns:a16="http://schemas.microsoft.com/office/drawing/2014/main" id="{4E1CD131-39DF-4A96-9651-EF1BD01163D0}"/>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مالية ربع سنوية‬</a:t>
            </a:r>
          </a:p>
        </p:txBody>
      </p:sp>
      <p:sp>
        <p:nvSpPr>
          <p:cNvPr id="3" name="">
            <a:extLst xmlns:a="http://schemas.openxmlformats.org/drawingml/2006/main">
              <a:ext uri="{FF2B5EF4-FFF2-40B4-BE49-F238E27FC236}">
                <a16:creationId xmlns:a16="http://schemas.microsoft.com/office/drawing/2014/main" id="{7257856A-8C5F-4161-9723-A324F4AF59BF}"/>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wathiqrare1121 uses the uncommon term quincunx. وتتضمن المذكرة المصطلح النادر الاستعصاء. Analysts reconciled supplier invoices with approved commitments and documented each variance that required follow-up by the budget owner. The revised forecast preserves contingency funding while directing available resources toward services with confirmed operational demand. Managers will compare actual</a:t>
            </a:r>
          </a:p>
        </p:txBody>
      </p:sp>
      <p:sp>
        <p:nvSpPr>
          <p:cNvPr id="4" name="">
            <a:extLst xmlns:a="http://schemas.openxmlformats.org/drawingml/2006/main">
              <a:ext uri="{FF2B5EF4-FFF2-40B4-BE49-F238E27FC236}">
                <a16:creationId xmlns:a16="http://schemas.microsoft.com/office/drawing/2014/main" id="{65BBFDB3-3501-4710-BC2C-3E3B13273C02}"/>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WTHQ-1121  Part 1 of 4</a:t>
            </a:r>
          </a:p>
        </p:txBody>
      </p:sp>
    </p:spTree>
    <p:extLst>
      <p:ext uri="{BB962C8B-B14F-4D97-AF65-F5344CB8AC3E}">
        <p14:creationId xmlns:p14="http://schemas.microsoft.com/office/powerpoint/2010/main" val="5569203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C947EA5-5DF1-416B-9B71-9F9276223825}"/>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Quarterly Finance Review 2</a:t>
            </a:r>
          </a:p>
        </p:txBody>
      </p:sp>
      <p:sp>
        <p:nvSpPr>
          <p:cNvPr id="2" name="">
            <a:extLst xmlns:a="http://schemas.openxmlformats.org/drawingml/2006/main">
              <a:ext uri="{FF2B5EF4-FFF2-40B4-BE49-F238E27FC236}">
                <a16:creationId xmlns:a16="http://schemas.microsoft.com/office/drawing/2014/main" id="{A0A8348F-A03A-4B43-868A-E7B3C33C0764}"/>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مالية ربع سنوية‬</a:t>
            </a:r>
          </a:p>
        </p:txBody>
      </p:sp>
      <p:sp>
        <p:nvSpPr>
          <p:cNvPr id="3" name="">
            <a:extLst xmlns:a="http://schemas.openxmlformats.org/drawingml/2006/main">
              <a:ext uri="{FF2B5EF4-FFF2-40B4-BE49-F238E27FC236}">
                <a16:creationId xmlns:a16="http://schemas.microsoft.com/office/drawing/2014/main" id="{0644C04D-0FC4-495F-BC3D-FC8E6702F3A4}"/>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spending with the approved budget and explain material changes during the quarterly review meeting. راجع فريق المالية المصروفات الشهرية وتوقيت الإيرادات وتوقعات التدفق النقدي قبل إعداد التقرير الإداري القادم. The finance team reviewed monthly expenditure, revenue timing, and cash forecasts before preparing the next management report. Analysts reconciled supplier invoices</a:t>
            </a:r>
          </a:p>
        </p:txBody>
      </p:sp>
      <p:sp>
        <p:nvSpPr>
          <p:cNvPr id="4" name="">
            <a:extLst xmlns:a="http://schemas.openxmlformats.org/drawingml/2006/main">
              <a:ext uri="{FF2B5EF4-FFF2-40B4-BE49-F238E27FC236}">
                <a16:creationId xmlns:a16="http://schemas.microsoft.com/office/drawing/2014/main" id="{09DC1251-F118-4620-B120-EECB4E7BA449}"/>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WTHQ-1121  Part 2 of 4</a:t>
            </a:r>
          </a:p>
        </p:txBody>
      </p:sp>
    </p:spTree>
    <p:extLst>
      <p:ext uri="{BB962C8B-B14F-4D97-AF65-F5344CB8AC3E}">
        <p14:creationId xmlns:p14="http://schemas.microsoft.com/office/powerpoint/2010/main" val="1633337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1D3DD35-E5BC-4A28-9F98-100856AFE181}"/>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Quarterly Finance Review 3</a:t>
            </a:r>
          </a:p>
        </p:txBody>
      </p:sp>
      <p:sp>
        <p:nvSpPr>
          <p:cNvPr id="2" name="">
            <a:extLst xmlns:a="http://schemas.openxmlformats.org/drawingml/2006/main">
              <a:ext uri="{FF2B5EF4-FFF2-40B4-BE49-F238E27FC236}">
                <a16:creationId xmlns:a16="http://schemas.microsoft.com/office/drawing/2014/main" id="{12DE9B9C-F465-4FE5-A9B6-09CC1CF1471B}"/>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مالية ربع سنوية‬</a:t>
            </a:r>
          </a:p>
        </p:txBody>
      </p:sp>
      <p:sp>
        <p:nvSpPr>
          <p:cNvPr id="3" name="">
            <a:extLst xmlns:a="http://schemas.openxmlformats.org/drawingml/2006/main">
              <a:ext uri="{FF2B5EF4-FFF2-40B4-BE49-F238E27FC236}">
                <a16:creationId xmlns:a16="http://schemas.microsoft.com/office/drawing/2014/main" id="{BC6C3F7D-098A-466F-857D-16E50DBD5AD2}"/>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with approved commitments and documented each variance that required follow-up by the budget owner. The revised forecast preserves contingency funding while directing available resources toward services with confirmed operational demand. Managers will compare actual spending with the approved budget and explain material changes during the quarterly review meeting. راجع فريق</a:t>
            </a:r>
          </a:p>
        </p:txBody>
      </p:sp>
      <p:sp>
        <p:nvSpPr>
          <p:cNvPr id="4" name="">
            <a:extLst xmlns:a="http://schemas.openxmlformats.org/drawingml/2006/main">
              <a:ext uri="{FF2B5EF4-FFF2-40B4-BE49-F238E27FC236}">
                <a16:creationId xmlns:a16="http://schemas.microsoft.com/office/drawing/2014/main" id="{19069151-F2AC-40C2-848E-D4E4B72892D6}"/>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WTHQ-1121  Part 3 of 4</a:t>
            </a:r>
          </a:p>
        </p:txBody>
      </p:sp>
    </p:spTree>
    <p:extLst>
      <p:ext uri="{BB962C8B-B14F-4D97-AF65-F5344CB8AC3E}">
        <p14:creationId xmlns:p14="http://schemas.microsoft.com/office/powerpoint/2010/main" val="15843504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D0EB1BB-5DC1-4DDA-A5AC-DD171F187240}"/>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Quarterly Finance Review 4</a:t>
            </a:r>
          </a:p>
        </p:txBody>
      </p:sp>
      <p:sp>
        <p:nvSpPr>
          <p:cNvPr id="2" name="">
            <a:extLst xmlns:a="http://schemas.openxmlformats.org/drawingml/2006/main">
              <a:ext uri="{FF2B5EF4-FFF2-40B4-BE49-F238E27FC236}">
                <a16:creationId xmlns:a16="http://schemas.microsoft.com/office/drawing/2014/main" id="{513C3275-B377-4206-829A-3C8A337DEDC1}"/>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مالية ربع سنوية‬</a:t>
            </a:r>
          </a:p>
        </p:txBody>
      </p:sp>
      <p:sp>
        <p:nvSpPr>
          <p:cNvPr id="3" name="">
            <a:extLst xmlns:a="http://schemas.openxmlformats.org/drawingml/2006/main">
              <a:ext uri="{FF2B5EF4-FFF2-40B4-BE49-F238E27FC236}">
                <a16:creationId xmlns:a16="http://schemas.microsoft.com/office/drawing/2014/main" id="{7A3F4BAF-7B71-48D6-AF60-9B27AD7241B6}"/>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المالية المصروفات الشهرية وتوقيت الإيرادات وتوقعات التدفق النقدي قبل إعداد التقرير الإداري القادم. The finance team reviewed monthly expenditure, revenue timing, and cash forecasts before preparing the next management report. Analysts reconciled supplier invoices with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ECF52574-8189-47BF-AB7D-667275DFC108}"/>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WTHQ-1121  Part 4 of 4</a:t>
            </a:r>
          </a:p>
        </p:txBody>
      </p:sp>
    </p:spTree>
    <p:extLst>
      <p:ext uri="{BB962C8B-B14F-4D97-AF65-F5344CB8AC3E}">
        <p14:creationId xmlns:p14="http://schemas.microsoft.com/office/powerpoint/2010/main" val="20221184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2026-09-24T12:43:51.5780000Z</dcterms:created>
  <dcterms:modified xsi:type="dcterms:W3CDTF">2026-09-24T12:43:51.5780000Z</dcterms:modified>
</coreProperties>
</file>