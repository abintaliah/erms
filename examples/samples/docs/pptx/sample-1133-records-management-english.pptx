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973d14b9994f2d" /><Relationship Type="http://schemas.openxmlformats.org/officeDocument/2006/relationships/extended-properties" Target="/docProps/app.xml" Id="R1e082fd6eec24171" /><Relationship Type="http://schemas.openxmlformats.org/officeDocument/2006/relationships/officeDocument" Target="/ppt/presentation.xml" Id="Ra520e73b0e5a4925" /></Relationships>
</file>

<file path=ppt/presentation.xml><?xml version="1.0" encoding="utf-8"?>
<p:presentation xmlns:p="http://schemas.openxmlformats.org/presentationml/2006/main">
  <p:sldMasterIdLst>
    <p:sldMasterId xmlns:r="http://schemas.openxmlformats.org/officeDocument/2006/relationships" id="2147483648" r:id="Ra7c729c2985c46c1"/>
  </p:sldMasterIdLst>
  <p:notesMasterIdLst>
    <p:notesMasterId xmlns:r="http://schemas.openxmlformats.org/officeDocument/2006/relationships" r:id="R389c14b1849c47c6"/>
  </p:notesMasterIdLst>
  <p:sldIdLst>
    <p:sldId xmlns:r="http://schemas.openxmlformats.org/officeDocument/2006/relationships" id="256" r:id="Ra2e7de2dfd374875"/>
    <p:sldId xmlns:r="http://schemas.openxmlformats.org/officeDocument/2006/relationships" id="257" r:id="R7d361a8faf544775"/>
    <p:sldId xmlns:r="http://schemas.openxmlformats.org/officeDocument/2006/relationships" id="258" r:id="R07d4e6622ba54b45"/>
    <p:sldId xmlns:r="http://schemas.openxmlformats.org/officeDocument/2006/relationships" id="259" r:id="R27ea053842a64e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dcd6e470e14b7f" /><Relationship Type="http://schemas.openxmlformats.org/officeDocument/2006/relationships/slideMaster" Target="/ppt/slideMasters/slideMaster1.xml" Id="Ra7c729c2985c46c1" /><Relationship Type="http://schemas.openxmlformats.org/officeDocument/2006/relationships/notesMaster" Target="/ppt/notesMasters/notesMaster1.xml" Id="R389c14b1849c47c6" /><Relationship Type="http://schemas.openxmlformats.org/officeDocument/2006/relationships/presProps" Target="/ppt/presProps.xml" Id="R04d9ed2ffc3f43af" /><Relationship Type="http://schemas.openxmlformats.org/officeDocument/2006/relationships/tableStyles" Target="/ppt/tableStyles.xml" Id="R68585f41bc8a4e2b" /><Relationship Type="http://schemas.openxmlformats.org/officeDocument/2006/relationships/slide" Target="/ppt/slides/slide1.xml" Id="Ra2e7de2dfd374875" /><Relationship Type="http://schemas.openxmlformats.org/officeDocument/2006/relationships/slide" Target="/ppt/slides/slide2.xml" Id="R7d361a8faf544775" /><Relationship Type="http://schemas.openxmlformats.org/officeDocument/2006/relationships/slide" Target="/ppt/slides/slide3.xml" Id="R07d4e6622ba54b45" /><Relationship Type="http://schemas.openxmlformats.org/officeDocument/2006/relationships/slide" Target="/ppt/slides/slide4.xml" Id="R27ea053842a64e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75bd5719cc45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a515f1a2bd4e1d" /><Relationship Type="http://schemas.openxmlformats.org/officeDocument/2006/relationships/notesMaster" Target="/ppt/notesMasters/notesMaster1.xml" Id="Rd1184135b9854f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2ba116823742d9" /><Relationship Type="http://schemas.openxmlformats.org/officeDocument/2006/relationships/notesMaster" Target="/ppt/notesMasters/notesMaster1.xml" Id="R6bda2abd09974b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bf2fec89ce4075" /><Relationship Type="http://schemas.openxmlformats.org/officeDocument/2006/relationships/notesMaster" Target="/ppt/notesMasters/notesMaster1.xml" Id="R3c03188a6e6841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fe52e55e1e4ad5" /><Relationship Type="http://schemas.openxmlformats.org/officeDocument/2006/relationships/notesMaster" Target="/ppt/notesMasters/notesMaster1.xml" Id="R9202636af6504e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e184133fee46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d5be16800740b5" /><Relationship Type="http://schemas.openxmlformats.org/officeDocument/2006/relationships/slideLayout" Target="/ppt/slideLayouts/slideLayout1.xml" Id="Rf4e53784630947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e53784630947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64ef8863c24a6a" /><Relationship Type="http://schemas.openxmlformats.org/officeDocument/2006/relationships/notesSlide" Target="/ppt/notesSlides/notesSlide1.xml" Id="R311b778ef73541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220185555b4371" /><Relationship Type="http://schemas.openxmlformats.org/officeDocument/2006/relationships/notesSlide" Target="/ppt/notesSlides/notesSlide2.xml" Id="R03fbe185e36948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d4e8cb309640df" /><Relationship Type="http://schemas.openxmlformats.org/officeDocument/2006/relationships/notesSlide" Target="/ppt/notesSlides/notesSlide3.xml" Id="Re5a200f2921e41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1c71b2491145d0" /><Relationship Type="http://schemas.openxmlformats.org/officeDocument/2006/relationships/notesSlide" Target="/ppt/notesSlides/notesSlide4.xml" Id="R1f369aae0f254c7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BBB2A5-579F-4108-BE12-79962D6E4DE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1</a:t>
            </a:r>
          </a:p>
        </p:txBody>
      </p:sp>
      <p:sp>
        <p:nvSpPr>
          <p:cNvPr id="2" name="">
            <a:extLst xmlns:a="http://schemas.openxmlformats.org/drawingml/2006/main">
              <a:ext uri="{FF2B5EF4-FFF2-40B4-BE49-F238E27FC236}">
                <a16:creationId xmlns:a16="http://schemas.microsoft.com/office/drawing/2014/main" id="{05FE89C1-2095-484A-8027-C9A23274BBC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CE22965D-524C-4723-ABE8-B27BE11EDEA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wathiqrare1133 uses the uncommon term syzygy. وتتضمن المذكرة المصطلح النادر الاستدامة. Metadata corrections will follow the approved audit process and preserve the history of each governed change. راجع موظفو السجلات التصنيفات ومدد الحفظ وضوابط الوصول وجاهزية التحويل في ملفات الأعمال النشطة. Records staff reviewed file classifications, retention periods, access</a:t>
            </a:r>
          </a:p>
        </p:txBody>
      </p:sp>
      <p:sp>
        <p:nvSpPr>
          <p:cNvPr id="4" name="">
            <a:extLst xmlns:a="http://schemas.openxmlformats.org/drawingml/2006/main">
              <a:ext uri="{FF2B5EF4-FFF2-40B4-BE49-F238E27FC236}">
                <a16:creationId xmlns:a16="http://schemas.microsoft.com/office/drawing/2014/main" id="{026CEAE8-5C10-41B6-B1EE-C31D82F771B4}"/>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WTHQ-1133  Part 1 of 4</a:t>
            </a:r>
          </a:p>
        </p:txBody>
      </p:sp>
    </p:spTree>
    <p:extLst>
      <p:ext uri="{BB962C8B-B14F-4D97-AF65-F5344CB8AC3E}">
        <p14:creationId xmlns:p14="http://schemas.microsoft.com/office/powerpoint/2010/main" val="3916115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C216CF-8385-4671-A9C0-5290AFE1F59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2</a:t>
            </a:r>
          </a:p>
        </p:txBody>
      </p:sp>
      <p:sp>
        <p:nvSpPr>
          <p:cNvPr id="2" name="">
            <a:extLst xmlns:a="http://schemas.openxmlformats.org/drawingml/2006/main">
              <a:ext uri="{FF2B5EF4-FFF2-40B4-BE49-F238E27FC236}">
                <a16:creationId xmlns:a16="http://schemas.microsoft.com/office/drawing/2014/main" id="{C21B5600-6837-411E-9AC4-0FF66A91158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31777D25-1C62-4C0E-B3F7-63559402461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controls, and transfer readiness across active business folders. Every digital component must remain linked to its authoritative record and retain a verifiable content checksum. The review identified duplicate working copies and assigned owners to confirm disposition without removing evidence under legal hold. Metadata corrections will follow the approved audit process</a:t>
            </a:r>
          </a:p>
        </p:txBody>
      </p:sp>
      <p:sp>
        <p:nvSpPr>
          <p:cNvPr id="4" name="">
            <a:extLst xmlns:a="http://schemas.openxmlformats.org/drawingml/2006/main">
              <a:ext uri="{FF2B5EF4-FFF2-40B4-BE49-F238E27FC236}">
                <a16:creationId xmlns:a16="http://schemas.microsoft.com/office/drawing/2014/main" id="{95160584-A1DA-477A-806B-51F4D8F0339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WTHQ-1133  Part 2 of 4</a:t>
            </a:r>
          </a:p>
        </p:txBody>
      </p:sp>
    </p:spTree>
    <p:extLst>
      <p:ext uri="{BB962C8B-B14F-4D97-AF65-F5344CB8AC3E}">
        <p14:creationId xmlns:p14="http://schemas.microsoft.com/office/powerpoint/2010/main" val="2757777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5C065E-8082-4A8D-9408-B22FA7F9A41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3</a:t>
            </a:r>
          </a:p>
        </p:txBody>
      </p:sp>
      <p:sp>
        <p:nvSpPr>
          <p:cNvPr id="2" name="">
            <a:extLst xmlns:a="http://schemas.openxmlformats.org/drawingml/2006/main">
              <a:ext uri="{FF2B5EF4-FFF2-40B4-BE49-F238E27FC236}">
                <a16:creationId xmlns:a16="http://schemas.microsoft.com/office/drawing/2014/main" id="{91BC1870-E543-4E97-9FF1-DF18AB53741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7D85DC8E-8DB2-48CD-802A-696C13E7D34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and preserve the history of each governed change. راجع موظفو السجلات التصنيفات ومدد الحفظ وضوابط الوصول وجاهزية التحويل في ملفات الأعمال النشطة. Records staff reviewed file classifications, retention periods, access controls, and transfer readiness across active business folders. Every digital component must remain linked to its authoritative record and retain</a:t>
            </a:r>
          </a:p>
        </p:txBody>
      </p:sp>
      <p:sp>
        <p:nvSpPr>
          <p:cNvPr id="4" name="">
            <a:extLst xmlns:a="http://schemas.openxmlformats.org/drawingml/2006/main">
              <a:ext uri="{FF2B5EF4-FFF2-40B4-BE49-F238E27FC236}">
                <a16:creationId xmlns:a16="http://schemas.microsoft.com/office/drawing/2014/main" id="{4135C0CD-5D80-45A1-BB06-3AFE88C76294}"/>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WTHQ-1133  Part 3 of 4</a:t>
            </a:r>
          </a:p>
        </p:txBody>
      </p:sp>
    </p:spTree>
    <p:extLst>
      <p:ext uri="{BB962C8B-B14F-4D97-AF65-F5344CB8AC3E}">
        <p14:creationId xmlns:p14="http://schemas.microsoft.com/office/powerpoint/2010/main" val="5563551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BD9135-FCA4-48DB-AE59-EC1A1156028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4</a:t>
            </a:r>
          </a:p>
        </p:txBody>
      </p:sp>
      <p:sp>
        <p:nvSpPr>
          <p:cNvPr id="2" name="">
            <a:extLst xmlns:a="http://schemas.openxmlformats.org/drawingml/2006/main">
              <a:ext uri="{FF2B5EF4-FFF2-40B4-BE49-F238E27FC236}">
                <a16:creationId xmlns:a16="http://schemas.microsoft.com/office/drawing/2014/main" id="{D73D8F65-F3DE-4E67-8251-387BF3C2BEC9}"/>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C0C8C2F7-3381-46FD-9A4A-DA211A30A48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 verifiable content checksum. The review identified duplicate working copies and assigned owners to confirm disposition without removing evidence under legal hold. Metadata corrections will follow the approved audit process and preserve the history of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83FB8CBD-8D1C-48E1-A693-CAAD6029E41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WTHQ-1133  Part 4 of 4</a:t>
            </a:r>
          </a:p>
        </p:txBody>
      </p:sp>
    </p:spTree>
    <p:extLst>
      <p:ext uri="{BB962C8B-B14F-4D97-AF65-F5344CB8AC3E}">
        <p14:creationId xmlns:p14="http://schemas.microsoft.com/office/powerpoint/2010/main" val="9414612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2026-09-24T12:44:10.3930000Z</dcterms:created>
  <dcterms:modified xsi:type="dcterms:W3CDTF">2026-09-24T12:44:10.3930000Z</dcterms:modified>
</coreProperties>
</file>