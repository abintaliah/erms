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83ef3ab59945a0" /><Relationship Type="http://schemas.openxmlformats.org/officeDocument/2006/relationships/extended-properties" Target="/docProps/app.xml" Id="Rf321570c98f84b11" /><Relationship Type="http://schemas.openxmlformats.org/officeDocument/2006/relationships/officeDocument" Target="/ppt/presentation.xml" Id="R8c4295ad194d4b9b" /></Relationships>
</file>

<file path=ppt/presentation.xml><?xml version="1.0" encoding="utf-8"?>
<p:presentation xmlns:p="http://schemas.openxmlformats.org/presentationml/2006/main">
  <p:sldMasterIdLst>
    <p:sldMasterId xmlns:r="http://schemas.openxmlformats.org/officeDocument/2006/relationships" id="2147483648" r:id="R0187edc427c34aa9"/>
  </p:sldMasterIdLst>
  <p:notesMasterIdLst>
    <p:notesMasterId xmlns:r="http://schemas.openxmlformats.org/officeDocument/2006/relationships" r:id="Rbe9e30dd97324efa"/>
  </p:notesMasterIdLst>
  <p:sldIdLst>
    <p:sldId xmlns:r="http://schemas.openxmlformats.org/officeDocument/2006/relationships" id="256" r:id="R908460d0eb004e7d"/>
    <p:sldId xmlns:r="http://schemas.openxmlformats.org/officeDocument/2006/relationships" id="257" r:id="Rac52a468c5bb499c"/>
    <p:sldId xmlns:r="http://schemas.openxmlformats.org/officeDocument/2006/relationships" id="258" r:id="R32332f4633774da0"/>
    <p:sldId xmlns:r="http://schemas.openxmlformats.org/officeDocument/2006/relationships" id="259" r:id="R4159fda1aa5e43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20ad35ce904042" /><Relationship Type="http://schemas.openxmlformats.org/officeDocument/2006/relationships/slideMaster" Target="/ppt/slideMasters/slideMaster1.xml" Id="R0187edc427c34aa9" /><Relationship Type="http://schemas.openxmlformats.org/officeDocument/2006/relationships/notesMaster" Target="/ppt/notesMasters/notesMaster1.xml" Id="Rbe9e30dd97324efa" /><Relationship Type="http://schemas.openxmlformats.org/officeDocument/2006/relationships/presProps" Target="/ppt/presProps.xml" Id="R727331746b2945dd" /><Relationship Type="http://schemas.openxmlformats.org/officeDocument/2006/relationships/tableStyles" Target="/ppt/tableStyles.xml" Id="R1abd7a6141ef4e01" /><Relationship Type="http://schemas.openxmlformats.org/officeDocument/2006/relationships/slide" Target="/ppt/slides/slide1.xml" Id="R908460d0eb004e7d" /><Relationship Type="http://schemas.openxmlformats.org/officeDocument/2006/relationships/slide" Target="/ppt/slides/slide2.xml" Id="Rac52a468c5bb499c" /><Relationship Type="http://schemas.openxmlformats.org/officeDocument/2006/relationships/slide" Target="/ppt/slides/slide3.xml" Id="R32332f4633774da0" /><Relationship Type="http://schemas.openxmlformats.org/officeDocument/2006/relationships/slide" Target="/ppt/slides/slide4.xml" Id="R4159fda1aa5e43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38919d1c3445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4bb8a38cc14689" /><Relationship Type="http://schemas.openxmlformats.org/officeDocument/2006/relationships/notesMaster" Target="/ppt/notesMasters/notesMaster1.xml" Id="R37b27bb2fc3944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52ce5f4f1c4413" /><Relationship Type="http://schemas.openxmlformats.org/officeDocument/2006/relationships/notesMaster" Target="/ppt/notesMasters/notesMaster1.xml" Id="R035af24ac6b646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0dfc657f364409" /><Relationship Type="http://schemas.openxmlformats.org/officeDocument/2006/relationships/notesMaster" Target="/ppt/notesMasters/notesMaster1.xml" Id="R098d588b770548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6ef85ab5f94513" /><Relationship Type="http://schemas.openxmlformats.org/officeDocument/2006/relationships/notesMaster" Target="/ppt/notesMasters/notesMaster1.xml" Id="R8600c8ff5bf040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c8e9297ad642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22a80d79344084" /><Relationship Type="http://schemas.openxmlformats.org/officeDocument/2006/relationships/slideLayout" Target="/ppt/slideLayouts/slideLayout1.xml" Id="R9b96273615154c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96273615154c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0ed6bdcd074bea" /><Relationship Type="http://schemas.openxmlformats.org/officeDocument/2006/relationships/notesSlide" Target="/ppt/notesSlides/notesSlide1.xml" Id="Rf57c2a73badf4d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ecff53a25f4f31" /><Relationship Type="http://schemas.openxmlformats.org/officeDocument/2006/relationships/notesSlide" Target="/ppt/notesSlides/notesSlide2.xml" Id="R5117c5ab03134e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5fbe3422ad46ef" /><Relationship Type="http://schemas.openxmlformats.org/officeDocument/2006/relationships/notesSlide" Target="/ppt/notesSlides/notesSlide3.xml" Id="R8a9b67aab9d643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53a8e57937429a" /><Relationship Type="http://schemas.openxmlformats.org/officeDocument/2006/relationships/notesSlide" Target="/ppt/notesSlides/notesSlide4.xml" Id="Rcf6d86ce39dd47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9A5A2E-D2C7-44CA-80A0-67671FFDF9E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1</a:t>
            </a:r>
          </a:p>
        </p:txBody>
      </p:sp>
      <p:sp>
        <p:nvSpPr>
          <p:cNvPr id="2" name="">
            <a:extLst xmlns:a="http://schemas.openxmlformats.org/drawingml/2006/main">
              <a:ext uri="{FF2B5EF4-FFF2-40B4-BE49-F238E27FC236}">
                <a16:creationId xmlns:a16="http://schemas.microsoft.com/office/drawing/2014/main" id="{2BE1AEA3-34F0-4355-AF05-0A501FD24DA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FE499E91-2164-4024-8F6E-CD4E864B370A}"/>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wathiqrare1123 uses the uncommon term syzygy. وتتضمن المذكرة المصطلح النادر الاستدامة. نسق فريق الإدارة قاعات الاجتماعات والمراسلات وطلبات السفر والخدمات المشتركة للشهر القادم. Staff recorded each request with an owner, due date, and supporting reference so outstanding work remains visible. سجل الموظفون كل طلب مع المسؤول وتاريخ الاستحقاق والمرجع</a:t>
            </a:r>
          </a:p>
        </p:txBody>
      </p:sp>
      <p:sp>
        <p:nvSpPr>
          <p:cNvPr id="4" name="">
            <a:extLst xmlns:a="http://schemas.openxmlformats.org/drawingml/2006/main">
              <a:ext uri="{FF2B5EF4-FFF2-40B4-BE49-F238E27FC236}">
                <a16:creationId xmlns:a16="http://schemas.microsoft.com/office/drawing/2014/main" id="{97022423-32B6-46B6-8CEE-814AD4545DD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WTHQ-1123  Part 1 of 4</a:t>
            </a:r>
          </a:p>
        </p:txBody>
      </p:sp>
    </p:spTree>
    <p:extLst>
      <p:ext uri="{BB962C8B-B14F-4D97-AF65-F5344CB8AC3E}">
        <p14:creationId xmlns:p14="http://schemas.microsoft.com/office/powerpoint/2010/main" val="16279816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995C1F-8F05-4306-8A50-079B127F69C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2</a:t>
            </a:r>
          </a:p>
        </p:txBody>
      </p:sp>
      <p:sp>
        <p:nvSpPr>
          <p:cNvPr id="2" name="">
            <a:extLst xmlns:a="http://schemas.openxmlformats.org/drawingml/2006/main">
              <a:ext uri="{FF2B5EF4-FFF2-40B4-BE49-F238E27FC236}">
                <a16:creationId xmlns:a16="http://schemas.microsoft.com/office/drawing/2014/main" id="{53359E76-91AC-45C5-92E1-EF7D6F10018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720631B5-46AA-4E00-BD44-9F8BA9291BB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الداعم حتى يبقى العمل المعلق واضحا. The updated procedure reduces duplicate approvals and keeps evidence beside the transaction that produced it. يقلل الإجراء المحدث الموافقات المكررة ويحفظ الأدلة بجانب المعاملة التي أنتجتها. The administration team coordinated meeting rooms, correspondence, travel requests, and shared services for the coming month. نسق فريق</a:t>
            </a:r>
          </a:p>
        </p:txBody>
      </p:sp>
      <p:sp>
        <p:nvSpPr>
          <p:cNvPr id="4" name="">
            <a:extLst xmlns:a="http://schemas.openxmlformats.org/drawingml/2006/main">
              <a:ext uri="{FF2B5EF4-FFF2-40B4-BE49-F238E27FC236}">
                <a16:creationId xmlns:a16="http://schemas.microsoft.com/office/drawing/2014/main" id="{F09A4F55-9673-42DC-9BC9-87C7479E871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WTHQ-1123  Part 2 of 4</a:t>
            </a:r>
          </a:p>
        </p:txBody>
      </p:sp>
    </p:spTree>
    <p:extLst>
      <p:ext uri="{BB962C8B-B14F-4D97-AF65-F5344CB8AC3E}">
        <p14:creationId xmlns:p14="http://schemas.microsoft.com/office/powerpoint/2010/main" val="13299201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2F97BA-C681-453A-BF55-CEC52CAD8A8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3</a:t>
            </a:r>
          </a:p>
        </p:txBody>
      </p:sp>
      <p:sp>
        <p:nvSpPr>
          <p:cNvPr id="2" name="">
            <a:extLst xmlns:a="http://schemas.openxmlformats.org/drawingml/2006/main">
              <a:ext uri="{FF2B5EF4-FFF2-40B4-BE49-F238E27FC236}">
                <a16:creationId xmlns:a16="http://schemas.microsoft.com/office/drawing/2014/main" id="{A29EDC45-38B1-45DF-BD94-539E5C9A1D8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01AA8DE6-F4F8-46DA-9FBC-7762D20ED8D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الإدارة قاعات الاجتماعات والمراسلات وطلبات السفر والخدمات المشتركة للشهر القادم. Staff recorded each request with an owner, due date, and supporting reference so outstanding work remains visible. سجل الموظفون كل طلب مع المسؤول وتاريخ الاستحقاق والمرجع الداعم حتى يبقى العمل المعلق واضحا. The updated procedure reduces duplicate approvals and keeps</a:t>
            </a:r>
          </a:p>
        </p:txBody>
      </p:sp>
      <p:sp>
        <p:nvSpPr>
          <p:cNvPr id="4" name="">
            <a:extLst xmlns:a="http://schemas.openxmlformats.org/drawingml/2006/main">
              <a:ext uri="{FF2B5EF4-FFF2-40B4-BE49-F238E27FC236}">
                <a16:creationId xmlns:a16="http://schemas.microsoft.com/office/drawing/2014/main" id="{DB0507E2-CD62-4006-A5FC-90681106295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WTHQ-1123  Part 3 of 4</a:t>
            </a:r>
          </a:p>
        </p:txBody>
      </p:sp>
    </p:spTree>
    <p:extLst>
      <p:ext uri="{BB962C8B-B14F-4D97-AF65-F5344CB8AC3E}">
        <p14:creationId xmlns:p14="http://schemas.microsoft.com/office/powerpoint/2010/main" val="19563022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6E5966-F8E6-47B3-9462-CDE78FF14FA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4</a:t>
            </a:r>
          </a:p>
        </p:txBody>
      </p:sp>
      <p:sp>
        <p:nvSpPr>
          <p:cNvPr id="2" name="">
            <a:extLst xmlns:a="http://schemas.openxmlformats.org/drawingml/2006/main">
              <a:ext uri="{FF2B5EF4-FFF2-40B4-BE49-F238E27FC236}">
                <a16:creationId xmlns:a16="http://schemas.microsoft.com/office/drawing/2014/main" id="{9CEDD294-161A-41CF-ADBD-AA95AC3EB7A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C7487013-6E0E-4144-B779-6373A392E553}"/>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evidence beside the transaction that produced it. يقلل الإجراء المحدث الموافقات المكررة ويحفظ الأدلة بجانب المعاملة التي أنتجتها. The administration team coordinated meeting rooms, correspondence, travel requests, and shared services for the coming month. نسق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31241F2F-83E0-42CC-8CEA-AFA62ACEE52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WTHQ-1123  Part 4 of 4</a:t>
            </a:r>
          </a:p>
        </p:txBody>
      </p:sp>
    </p:spTree>
    <p:extLst>
      <p:ext uri="{BB962C8B-B14F-4D97-AF65-F5344CB8AC3E}">
        <p14:creationId xmlns:p14="http://schemas.microsoft.com/office/powerpoint/2010/main" val="393147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2026-09-24T12:43:55.1250000Z</dcterms:created>
  <dcterms:modified xsi:type="dcterms:W3CDTF">2026-09-24T12:43:55.1250000Z</dcterms:modified>
</coreProperties>
</file>