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e4bfc2efaa4284" /><Relationship Type="http://schemas.openxmlformats.org/officeDocument/2006/relationships/extended-properties" Target="/docProps/app.xml" Id="R24bec46f21034bc7" /><Relationship Type="http://schemas.openxmlformats.org/officeDocument/2006/relationships/officeDocument" Target="/ppt/presentation.xml" Id="Rc1e564fe373147e0" /></Relationships>
</file>

<file path=ppt/presentation.xml><?xml version="1.0" encoding="utf-8"?>
<p:presentation xmlns:p="http://schemas.openxmlformats.org/presentationml/2006/main">
  <p:sldMasterIdLst>
    <p:sldMasterId xmlns:r="http://schemas.openxmlformats.org/officeDocument/2006/relationships" id="2147483648" r:id="R2509a92b2b684559"/>
  </p:sldMasterIdLst>
  <p:notesMasterIdLst>
    <p:notesMasterId xmlns:r="http://schemas.openxmlformats.org/officeDocument/2006/relationships" r:id="Rb227b1aa569842c8"/>
  </p:notesMasterIdLst>
  <p:sldIdLst>
    <p:sldId xmlns:r="http://schemas.openxmlformats.org/officeDocument/2006/relationships" id="256" r:id="R6d26f6f573214360"/>
    <p:sldId xmlns:r="http://schemas.openxmlformats.org/officeDocument/2006/relationships" id="257" r:id="Rdfefd19f20974c9f"/>
    <p:sldId xmlns:r="http://schemas.openxmlformats.org/officeDocument/2006/relationships" id="258" r:id="Rba2c0265a81a46b7"/>
    <p:sldId xmlns:r="http://schemas.openxmlformats.org/officeDocument/2006/relationships" id="259" r:id="R0f0d2852875e4b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420f6572174464" /><Relationship Type="http://schemas.openxmlformats.org/officeDocument/2006/relationships/slideMaster" Target="/ppt/slideMasters/slideMaster1.xml" Id="R2509a92b2b684559" /><Relationship Type="http://schemas.openxmlformats.org/officeDocument/2006/relationships/notesMaster" Target="/ppt/notesMasters/notesMaster1.xml" Id="Rb227b1aa569842c8" /><Relationship Type="http://schemas.openxmlformats.org/officeDocument/2006/relationships/presProps" Target="/ppt/presProps.xml" Id="R618c7dd27d204e88" /><Relationship Type="http://schemas.openxmlformats.org/officeDocument/2006/relationships/tableStyles" Target="/ppt/tableStyles.xml" Id="R1195b4f5f1594ce4" /><Relationship Type="http://schemas.openxmlformats.org/officeDocument/2006/relationships/slide" Target="/ppt/slides/slide1.xml" Id="R6d26f6f573214360" /><Relationship Type="http://schemas.openxmlformats.org/officeDocument/2006/relationships/slide" Target="/ppt/slides/slide2.xml" Id="Rdfefd19f20974c9f" /><Relationship Type="http://schemas.openxmlformats.org/officeDocument/2006/relationships/slide" Target="/ppt/slides/slide3.xml" Id="Rba2c0265a81a46b7" /><Relationship Type="http://schemas.openxmlformats.org/officeDocument/2006/relationships/slide" Target="/ppt/slides/slide4.xml" Id="R0f0d2852875e4b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140253ae664a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e60b6dc50b4e4c" /><Relationship Type="http://schemas.openxmlformats.org/officeDocument/2006/relationships/notesMaster" Target="/ppt/notesMasters/notesMaster1.xml" Id="R5995964c786a4b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b2a606b81d411f" /><Relationship Type="http://schemas.openxmlformats.org/officeDocument/2006/relationships/notesMaster" Target="/ppt/notesMasters/notesMaster1.xml" Id="Rae85402075c94b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5e95b5b8fc4f72" /><Relationship Type="http://schemas.openxmlformats.org/officeDocument/2006/relationships/notesMaster" Target="/ppt/notesMasters/notesMaster1.xml" Id="R0292cabf627046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a9043028764a23" /><Relationship Type="http://schemas.openxmlformats.org/officeDocument/2006/relationships/notesMaster" Target="/ppt/notesMasters/notesMaster1.xml" Id="R86962bbb8d334b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b22cefd1614d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78d2b11e5b42c7" /><Relationship Type="http://schemas.openxmlformats.org/officeDocument/2006/relationships/slideLayout" Target="/ppt/slideLayouts/slideLayout1.xml" Id="R41b35169382747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b35169382747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b4fe774e8343a3" /><Relationship Type="http://schemas.openxmlformats.org/officeDocument/2006/relationships/notesSlide" Target="/ppt/notesSlides/notesSlide1.xml" Id="Rf1917af032484b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b448b2a2634f58" /><Relationship Type="http://schemas.openxmlformats.org/officeDocument/2006/relationships/notesSlide" Target="/ppt/notesSlides/notesSlide2.xml" Id="R799240d2d75c47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063961fc594cf6" /><Relationship Type="http://schemas.openxmlformats.org/officeDocument/2006/relationships/notesSlide" Target="/ppt/notesSlides/notesSlide3.xml" Id="R7952fc7bb47345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cbe6e729e04690" /><Relationship Type="http://schemas.openxmlformats.org/officeDocument/2006/relationships/notesSlide" Target="/ppt/notesSlides/notesSlide4.xml" Id="Reccf68954f844b4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0DA765-D530-4900-9291-F8A3E27F2649}"/>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1</a:t>
            </a:r>
          </a:p>
        </p:txBody>
      </p:sp>
      <p:sp>
        <p:nvSpPr>
          <p:cNvPr id="2" name="">
            <a:extLst xmlns:a="http://schemas.openxmlformats.org/drawingml/2006/main">
              <a:ext uri="{FF2B5EF4-FFF2-40B4-BE49-F238E27FC236}">
                <a16:creationId xmlns:a16="http://schemas.microsoft.com/office/drawing/2014/main" id="{907D693D-037B-473E-8CFB-4529C72DED08}"/>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98713177-E7B1-490F-A6D6-A43DB46FE151}"/>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wathiqrare1148 uses the uncommon term psithurism. وتتضمن المذكرة المصطلح النادر التماثل. Disposed assets require approved evidence before their records can be closed in the management system. فحص فريق الأصول المعدات المسندة وقارن الملصقات الفعلية بالسجل المركزي ووثائق العهدة. The asset team inspected assigned equipment and compared physical labels with</a:t>
            </a:r>
          </a:p>
        </p:txBody>
      </p:sp>
      <p:sp>
        <p:nvSpPr>
          <p:cNvPr id="4" name="">
            <a:extLst xmlns:a="http://schemas.openxmlformats.org/drawingml/2006/main">
              <a:ext uri="{FF2B5EF4-FFF2-40B4-BE49-F238E27FC236}">
                <a16:creationId xmlns:a16="http://schemas.microsoft.com/office/drawing/2014/main" id="{F5430FA3-FEB9-41A6-8AC9-19597B2B1A2E}"/>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WTHQ-1148  Part 1 of 4</a:t>
            </a:r>
          </a:p>
        </p:txBody>
      </p:sp>
    </p:spTree>
    <p:extLst>
      <p:ext uri="{BB962C8B-B14F-4D97-AF65-F5344CB8AC3E}">
        <p14:creationId xmlns:p14="http://schemas.microsoft.com/office/powerpoint/2010/main" val="10900281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930618-2639-4FB8-901D-4B5D5DB7920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2</a:t>
            </a:r>
          </a:p>
        </p:txBody>
      </p:sp>
      <p:sp>
        <p:nvSpPr>
          <p:cNvPr id="2" name="">
            <a:extLst xmlns:a="http://schemas.openxmlformats.org/drawingml/2006/main">
              <a:ext uri="{FF2B5EF4-FFF2-40B4-BE49-F238E27FC236}">
                <a16:creationId xmlns:a16="http://schemas.microsoft.com/office/drawing/2014/main" id="{36531297-C1FF-4393-9C62-EA29EB18F7B5}"/>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424C110D-4724-4CE5-9B7B-60B5124B819C}"/>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the central register and custody records. Each discrepancy includes a location, responsible custodian, review date, and documented action for correction. Planned maintenance gives priority to safety, service continuity, and equipment approaching the end of its useful life. Disposed assets require approved evidence before their records can be closed in the</a:t>
            </a:r>
          </a:p>
        </p:txBody>
      </p:sp>
      <p:sp>
        <p:nvSpPr>
          <p:cNvPr id="4" name="">
            <a:extLst xmlns:a="http://schemas.openxmlformats.org/drawingml/2006/main">
              <a:ext uri="{FF2B5EF4-FFF2-40B4-BE49-F238E27FC236}">
                <a16:creationId xmlns:a16="http://schemas.microsoft.com/office/drawing/2014/main" id="{A34AF48F-0D32-4C96-9343-58FB731EDE62}"/>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WTHQ-1148  Part 2 of 4</a:t>
            </a:r>
          </a:p>
        </p:txBody>
      </p:sp>
    </p:spTree>
    <p:extLst>
      <p:ext uri="{BB962C8B-B14F-4D97-AF65-F5344CB8AC3E}">
        <p14:creationId xmlns:p14="http://schemas.microsoft.com/office/powerpoint/2010/main" val="21431772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3D2211-CB60-4DCC-AA24-69A272668685}"/>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3</a:t>
            </a:r>
          </a:p>
        </p:txBody>
      </p:sp>
      <p:sp>
        <p:nvSpPr>
          <p:cNvPr id="2" name="">
            <a:extLst xmlns:a="http://schemas.openxmlformats.org/drawingml/2006/main">
              <a:ext uri="{FF2B5EF4-FFF2-40B4-BE49-F238E27FC236}">
                <a16:creationId xmlns:a16="http://schemas.microsoft.com/office/drawing/2014/main" id="{F760E064-0317-4CF9-AE35-5A2156F2A7DB}"/>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B35AAF04-0A56-476D-B3A6-0C5B635E1272}"/>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management system. فحص فريق الأصول المعدات المسندة وقارن الملصقات الفعلية بالسجل المركزي ووثائق العهدة. The asset team inspected assigned equipment and compared physical labels with the central register and custody records. Each discrepancy includes a location, responsible custodian, review date, and documented action for correction. Planned maintenance gives priority to</a:t>
            </a:r>
          </a:p>
        </p:txBody>
      </p:sp>
      <p:sp>
        <p:nvSpPr>
          <p:cNvPr id="4" name="">
            <a:extLst xmlns:a="http://schemas.openxmlformats.org/drawingml/2006/main">
              <a:ext uri="{FF2B5EF4-FFF2-40B4-BE49-F238E27FC236}">
                <a16:creationId xmlns:a16="http://schemas.microsoft.com/office/drawing/2014/main" id="{5DE76892-098F-48FA-8B08-383596363D1A}"/>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WTHQ-1148  Part 3 of 4</a:t>
            </a:r>
          </a:p>
        </p:txBody>
      </p:sp>
    </p:spTree>
    <p:extLst>
      <p:ext uri="{BB962C8B-B14F-4D97-AF65-F5344CB8AC3E}">
        <p14:creationId xmlns:p14="http://schemas.microsoft.com/office/powerpoint/2010/main" val="1532927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56A345-F840-47FB-9AAE-B1E35B44EAB6}"/>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4</a:t>
            </a:r>
          </a:p>
        </p:txBody>
      </p:sp>
      <p:sp>
        <p:nvSpPr>
          <p:cNvPr id="2" name="">
            <a:extLst xmlns:a="http://schemas.openxmlformats.org/drawingml/2006/main">
              <a:ext uri="{FF2B5EF4-FFF2-40B4-BE49-F238E27FC236}">
                <a16:creationId xmlns:a16="http://schemas.microsoft.com/office/drawing/2014/main" id="{048CA508-0E2A-4498-80EF-8E928025CF2E}"/>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443DADB1-2DD9-4D2A-AD0A-57DF5F57ACB5}"/>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safety, service continuity, and equipment approaching the end of its useful life. Disposed assets require approved evidence before their records can be closed in the management system. فحص فريق الأصول المعدات المسندة وقارن الملصقات الفعلية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01FD0359-0CF4-4F55-8E9C-2B0D7DFD3C37}"/>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WTHQ-1148  Part 4 of 4</a:t>
            </a:r>
          </a:p>
        </p:txBody>
      </p:sp>
    </p:spTree>
    <p:extLst>
      <p:ext uri="{BB962C8B-B14F-4D97-AF65-F5344CB8AC3E}">
        <p14:creationId xmlns:p14="http://schemas.microsoft.com/office/powerpoint/2010/main" val="20344873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2026-09-24T12:44:32.6990000Z</dcterms:created>
  <dcterms:modified xsi:type="dcterms:W3CDTF">2026-09-24T12:44:32.6990000Z</dcterms:modified>
</coreProperties>
</file>