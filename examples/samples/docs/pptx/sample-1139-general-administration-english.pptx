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70990d3d3de4ee2" /><Relationship Type="http://schemas.openxmlformats.org/officeDocument/2006/relationships/extended-properties" Target="/docProps/app.xml" Id="R116af8f4088f4dc9" /><Relationship Type="http://schemas.openxmlformats.org/officeDocument/2006/relationships/officeDocument" Target="/ppt/presentation.xml" Id="Rf90e3c83a90240b2" /></Relationships>
</file>

<file path=ppt/presentation.xml><?xml version="1.0" encoding="utf-8"?>
<p:presentation xmlns:p="http://schemas.openxmlformats.org/presentationml/2006/main">
  <p:sldMasterIdLst>
    <p:sldMasterId xmlns:r="http://schemas.openxmlformats.org/officeDocument/2006/relationships" id="2147483648" r:id="R7b2914ff077d44a1"/>
  </p:sldMasterIdLst>
  <p:notesMasterIdLst>
    <p:notesMasterId xmlns:r="http://schemas.openxmlformats.org/officeDocument/2006/relationships" r:id="R741aa889544d4511"/>
  </p:notesMasterIdLst>
  <p:sldIdLst>
    <p:sldId xmlns:r="http://schemas.openxmlformats.org/officeDocument/2006/relationships" id="256" r:id="R7d27c1b063514fe8"/>
    <p:sldId xmlns:r="http://schemas.openxmlformats.org/officeDocument/2006/relationships" id="257" r:id="R278c02b65ab5448b"/>
    <p:sldId xmlns:r="http://schemas.openxmlformats.org/officeDocument/2006/relationships" id="258" r:id="R45efeff780514600"/>
    <p:sldId xmlns:r="http://schemas.openxmlformats.org/officeDocument/2006/relationships" id="259" r:id="Reb38da00d20b4fb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a45627b916e410b" /><Relationship Type="http://schemas.openxmlformats.org/officeDocument/2006/relationships/slideMaster" Target="/ppt/slideMasters/slideMaster1.xml" Id="R7b2914ff077d44a1" /><Relationship Type="http://schemas.openxmlformats.org/officeDocument/2006/relationships/notesMaster" Target="/ppt/notesMasters/notesMaster1.xml" Id="R741aa889544d4511" /><Relationship Type="http://schemas.openxmlformats.org/officeDocument/2006/relationships/presProps" Target="/ppt/presProps.xml" Id="R574dc25d8c8445be" /><Relationship Type="http://schemas.openxmlformats.org/officeDocument/2006/relationships/tableStyles" Target="/ppt/tableStyles.xml" Id="R841028f301e34a30" /><Relationship Type="http://schemas.openxmlformats.org/officeDocument/2006/relationships/slide" Target="/ppt/slides/slide1.xml" Id="R7d27c1b063514fe8" /><Relationship Type="http://schemas.openxmlformats.org/officeDocument/2006/relationships/slide" Target="/ppt/slides/slide2.xml" Id="R278c02b65ab5448b" /><Relationship Type="http://schemas.openxmlformats.org/officeDocument/2006/relationships/slide" Target="/ppt/slides/slide3.xml" Id="R45efeff780514600" /><Relationship Type="http://schemas.openxmlformats.org/officeDocument/2006/relationships/slide" Target="/ppt/slides/slide4.xml" Id="Reb38da00d20b4fb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f79a2d444847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8385e15ecd41ff" /><Relationship Type="http://schemas.openxmlformats.org/officeDocument/2006/relationships/notesMaster" Target="/ppt/notesMasters/notesMaster1.xml" Id="R6ad5c8ceae0c42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73c3c0327d44c3" /><Relationship Type="http://schemas.openxmlformats.org/officeDocument/2006/relationships/notesMaster" Target="/ppt/notesMasters/notesMaster1.xml" Id="Rd22f8dce71714f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438af1a151e4993" /><Relationship Type="http://schemas.openxmlformats.org/officeDocument/2006/relationships/notesMaster" Target="/ppt/notesMasters/notesMaster1.xml" Id="Rd15570f3a5ef4a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10d4453b3f4a03" /><Relationship Type="http://schemas.openxmlformats.org/officeDocument/2006/relationships/notesMaster" Target="/ppt/notesMasters/notesMaster1.xml" Id="R190b0e53d7eb4e6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c332a18c7b4e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d8f82080a44adc" /><Relationship Type="http://schemas.openxmlformats.org/officeDocument/2006/relationships/slideLayout" Target="/ppt/slideLayouts/slideLayout1.xml" Id="R7dbc4c44723a434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dbc4c44723a434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3fbddade6ee4484" /><Relationship Type="http://schemas.openxmlformats.org/officeDocument/2006/relationships/notesSlide" Target="/ppt/notesSlides/notesSlide1.xml" Id="Rd099cc657c2e45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3c1be98a9a445cd" /><Relationship Type="http://schemas.openxmlformats.org/officeDocument/2006/relationships/notesSlide" Target="/ppt/notesSlides/notesSlide2.xml" Id="Rbee4747e14d840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b150481de304c66" /><Relationship Type="http://schemas.openxmlformats.org/officeDocument/2006/relationships/notesSlide" Target="/ppt/notesSlides/notesSlide3.xml" Id="Rfb0bcc069fef4a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fbd0aaa01a8435c" /><Relationship Type="http://schemas.openxmlformats.org/officeDocument/2006/relationships/notesSlide" Target="/ppt/notesSlides/notesSlide4.xml" Id="Rd8c55e80bcd8440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D089DF3-0CF8-478A-B486-D5E92EEEC63C}"/>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Administrative Services Update 1</a:t>
            </a:r>
          </a:p>
        </p:txBody>
      </p:sp>
      <p:sp>
        <p:nvSpPr>
          <p:cNvPr id="2" name="">
            <a:extLst xmlns:a="http://schemas.openxmlformats.org/drawingml/2006/main">
              <a:ext uri="{FF2B5EF4-FFF2-40B4-BE49-F238E27FC236}">
                <a16:creationId xmlns:a16="http://schemas.microsoft.com/office/drawing/2014/main" id="{65BAB5DD-EBB2-488E-9E42-BF427E30F663}"/>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الخدمات الإدارية‬</a:t>
            </a:r>
          </a:p>
        </p:txBody>
      </p:sp>
      <p:sp>
        <p:nvSpPr>
          <p:cNvPr id="3" name="">
            <a:extLst xmlns:a="http://schemas.openxmlformats.org/drawingml/2006/main">
              <a:ext uri="{FF2B5EF4-FFF2-40B4-BE49-F238E27FC236}">
                <a16:creationId xmlns:a16="http://schemas.microsoft.com/office/drawing/2014/main" id="{119D5C87-3E86-4492-B456-54BAF7BC78A8}"/>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wathiqrare1139 uses the uncommon term ultracrepidarian. وتتضمن المذكرة المصطلح النادر المضاهاة. نسق فريق الإدارة قاعات الاجتماعات والمراسلات وطلبات السفر والخدمات المشتركة للشهر القادم. The administration team coordinated meeting rooms, correspondence, travel requests, and shared services for the coming month. Staff recorded each request with an owner, due date, and</a:t>
            </a:r>
          </a:p>
        </p:txBody>
      </p:sp>
      <p:sp>
        <p:nvSpPr>
          <p:cNvPr id="4" name="">
            <a:extLst xmlns:a="http://schemas.openxmlformats.org/drawingml/2006/main">
              <a:ext uri="{FF2B5EF4-FFF2-40B4-BE49-F238E27FC236}">
                <a16:creationId xmlns:a16="http://schemas.microsoft.com/office/drawing/2014/main" id="{E42F665F-D6CE-4BD4-832B-DA59DB7A1B4C}"/>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WTHQ-1139  Part 1 of 4</a:t>
            </a:r>
          </a:p>
        </p:txBody>
      </p:sp>
    </p:spTree>
    <p:extLst>
      <p:ext uri="{BB962C8B-B14F-4D97-AF65-F5344CB8AC3E}">
        <p14:creationId xmlns:p14="http://schemas.microsoft.com/office/powerpoint/2010/main" val="169681795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651C98C-F330-4932-8270-03B121B30558}"/>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Administrative Services Update 2</a:t>
            </a:r>
          </a:p>
        </p:txBody>
      </p:sp>
      <p:sp>
        <p:nvSpPr>
          <p:cNvPr id="2" name="">
            <a:extLst xmlns:a="http://schemas.openxmlformats.org/drawingml/2006/main">
              <a:ext uri="{FF2B5EF4-FFF2-40B4-BE49-F238E27FC236}">
                <a16:creationId xmlns:a16="http://schemas.microsoft.com/office/drawing/2014/main" id="{AF05CFA5-FEF3-4B02-80D9-E5B226E53BAE}"/>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الخدمات الإدارية‬</a:t>
            </a:r>
          </a:p>
        </p:txBody>
      </p:sp>
      <p:sp>
        <p:nvSpPr>
          <p:cNvPr id="3" name="">
            <a:extLst xmlns:a="http://schemas.openxmlformats.org/drawingml/2006/main">
              <a:ext uri="{FF2B5EF4-FFF2-40B4-BE49-F238E27FC236}">
                <a16:creationId xmlns:a16="http://schemas.microsoft.com/office/drawing/2014/main" id="{FDFA09E8-5373-44A9-B3DC-4E123B911DEE}"/>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supporting reference so outstanding work remains visible. The updated procedure reduces duplicate approvals and keeps evidence beside the transaction that produced it. Supervisors will review delayed requests weekly and resolve dependencies with the responsible business unit. نسق فريق الإدارة قاعات الاجتماعات والمراسلات وطلبات السفر والخدمات المشتركة للشهر القادم. The administration</a:t>
            </a:r>
          </a:p>
        </p:txBody>
      </p:sp>
      <p:sp>
        <p:nvSpPr>
          <p:cNvPr id="4" name="">
            <a:extLst xmlns:a="http://schemas.openxmlformats.org/drawingml/2006/main">
              <a:ext uri="{FF2B5EF4-FFF2-40B4-BE49-F238E27FC236}">
                <a16:creationId xmlns:a16="http://schemas.microsoft.com/office/drawing/2014/main" id="{E00C0CF8-D18F-4C30-89D2-6F8FCFB6ACF3}"/>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WTHQ-1139  Part 2 of 4</a:t>
            </a:r>
          </a:p>
        </p:txBody>
      </p:sp>
    </p:spTree>
    <p:extLst>
      <p:ext uri="{BB962C8B-B14F-4D97-AF65-F5344CB8AC3E}">
        <p14:creationId xmlns:p14="http://schemas.microsoft.com/office/powerpoint/2010/main" val="10779773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32C55CD-AB0E-49D1-AB48-A3402E475171}"/>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Administrative Services Update 3</a:t>
            </a:r>
          </a:p>
        </p:txBody>
      </p:sp>
      <p:sp>
        <p:nvSpPr>
          <p:cNvPr id="2" name="">
            <a:extLst xmlns:a="http://schemas.openxmlformats.org/drawingml/2006/main">
              <a:ext uri="{FF2B5EF4-FFF2-40B4-BE49-F238E27FC236}">
                <a16:creationId xmlns:a16="http://schemas.microsoft.com/office/drawing/2014/main" id="{3A316C61-3ED5-4BD1-9C00-AA38B26CE1F6}"/>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الخدمات الإدارية‬</a:t>
            </a:r>
          </a:p>
        </p:txBody>
      </p:sp>
      <p:sp>
        <p:nvSpPr>
          <p:cNvPr id="3" name="">
            <a:extLst xmlns:a="http://schemas.openxmlformats.org/drawingml/2006/main">
              <a:ext uri="{FF2B5EF4-FFF2-40B4-BE49-F238E27FC236}">
                <a16:creationId xmlns:a16="http://schemas.microsoft.com/office/drawing/2014/main" id="{75D2AAA0-B8B9-4C86-B1B3-15EF049DC081}"/>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team coordinated meeting rooms, correspondence, travel requests, and shared services for the coming month. Staff recorded each request with an owner, due date, and supporting reference so outstanding work remains visible. The updated procedure reduces duplicate approvals and keeps evidence beside the transaction that produced it. Supervisors will review delayed</a:t>
            </a:r>
          </a:p>
        </p:txBody>
      </p:sp>
      <p:sp>
        <p:nvSpPr>
          <p:cNvPr id="4" name="">
            <a:extLst xmlns:a="http://schemas.openxmlformats.org/drawingml/2006/main">
              <a:ext uri="{FF2B5EF4-FFF2-40B4-BE49-F238E27FC236}">
                <a16:creationId xmlns:a16="http://schemas.microsoft.com/office/drawing/2014/main" id="{15CE94E1-D4F0-492E-AA79-15FC8455CC62}"/>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WTHQ-1139  Part 3 of 4</a:t>
            </a:r>
          </a:p>
        </p:txBody>
      </p:sp>
    </p:spTree>
    <p:extLst>
      <p:ext uri="{BB962C8B-B14F-4D97-AF65-F5344CB8AC3E}">
        <p14:creationId xmlns:p14="http://schemas.microsoft.com/office/powerpoint/2010/main" val="163610509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EF12A46-48BF-4352-9D88-3E7B37726A6A}"/>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Administrative Services Update 4</a:t>
            </a:r>
          </a:p>
        </p:txBody>
      </p:sp>
      <p:sp>
        <p:nvSpPr>
          <p:cNvPr id="2" name="">
            <a:extLst xmlns:a="http://schemas.openxmlformats.org/drawingml/2006/main">
              <a:ext uri="{FF2B5EF4-FFF2-40B4-BE49-F238E27FC236}">
                <a16:creationId xmlns:a16="http://schemas.microsoft.com/office/drawing/2014/main" id="{3291297F-7517-4CB7-883A-C01006FCDA9B}"/>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‫تحديث الخدمات الإدارية‬</a:t>
            </a:r>
          </a:p>
        </p:txBody>
      </p:sp>
      <p:sp>
        <p:nvSpPr>
          <p:cNvPr id="3" name="">
            <a:extLst xmlns:a="http://schemas.openxmlformats.org/drawingml/2006/main">
              <a:ext uri="{FF2B5EF4-FFF2-40B4-BE49-F238E27FC236}">
                <a16:creationId xmlns:a16="http://schemas.microsoft.com/office/drawing/2014/main" id="{B547D937-FEBC-4F6B-9C51-C0B73235DBE6}"/>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requests weekly and resolve dependencies with the responsible business unit. نسق فريق الإدارة قاعات الاجتماعات والمراسلات وطلبات السفر والخدمات المشتركة للشهر القادم. The administration team coordinated meeting rooms, correspondence, travel requests, and shared services for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DE3F9EBE-F385-4997-BCD8-BE06A59FBF38}"/>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WTHQ-1139  Part 4 of 4</a:t>
            </a:r>
          </a:p>
        </p:txBody>
      </p:sp>
    </p:spTree>
    <p:extLst>
      <p:ext uri="{BB962C8B-B14F-4D97-AF65-F5344CB8AC3E}">
        <p14:creationId xmlns:p14="http://schemas.microsoft.com/office/powerpoint/2010/main" val="18045991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2026-09-24T12:44:19.6180000Z</dcterms:created>
  <dcterms:modified xsi:type="dcterms:W3CDTF">2026-09-24T12:44:19.6180000Z</dcterms:modified>
</coreProperties>
</file>