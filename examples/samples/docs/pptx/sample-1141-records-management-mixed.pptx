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b639f069e74617" /><Relationship Type="http://schemas.openxmlformats.org/officeDocument/2006/relationships/extended-properties" Target="/docProps/app.xml" Id="R6568c168a3d048af" /><Relationship Type="http://schemas.openxmlformats.org/officeDocument/2006/relationships/officeDocument" Target="/ppt/presentation.xml" Id="Rdd71bf7558844eae" /></Relationships>
</file>

<file path=ppt/presentation.xml><?xml version="1.0" encoding="utf-8"?>
<p:presentation xmlns:p="http://schemas.openxmlformats.org/presentationml/2006/main">
  <p:sldMasterIdLst>
    <p:sldMasterId xmlns:r="http://schemas.openxmlformats.org/officeDocument/2006/relationships" id="2147483648" r:id="Rc94d41901df54062"/>
  </p:sldMasterIdLst>
  <p:notesMasterIdLst>
    <p:notesMasterId xmlns:r="http://schemas.openxmlformats.org/officeDocument/2006/relationships" r:id="Rbb719addc791443c"/>
  </p:notesMasterIdLst>
  <p:sldIdLst>
    <p:sldId xmlns:r="http://schemas.openxmlformats.org/officeDocument/2006/relationships" id="256" r:id="R15f65f2bb14a42d2"/>
    <p:sldId xmlns:r="http://schemas.openxmlformats.org/officeDocument/2006/relationships" id="257" r:id="R1ce2805a99a348ac"/>
    <p:sldId xmlns:r="http://schemas.openxmlformats.org/officeDocument/2006/relationships" id="258" r:id="R11502d7d02d344ce"/>
    <p:sldId xmlns:r="http://schemas.openxmlformats.org/officeDocument/2006/relationships" id="259" r:id="Rbb1ee7b7245e4f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6c28794644403f" /><Relationship Type="http://schemas.openxmlformats.org/officeDocument/2006/relationships/slideMaster" Target="/ppt/slideMasters/slideMaster1.xml" Id="Rc94d41901df54062" /><Relationship Type="http://schemas.openxmlformats.org/officeDocument/2006/relationships/notesMaster" Target="/ppt/notesMasters/notesMaster1.xml" Id="Rbb719addc791443c" /><Relationship Type="http://schemas.openxmlformats.org/officeDocument/2006/relationships/presProps" Target="/ppt/presProps.xml" Id="R95762c92061041fe" /><Relationship Type="http://schemas.openxmlformats.org/officeDocument/2006/relationships/tableStyles" Target="/ppt/tableStyles.xml" Id="R8b8dfcf3545943f6" /><Relationship Type="http://schemas.openxmlformats.org/officeDocument/2006/relationships/slide" Target="/ppt/slides/slide1.xml" Id="R15f65f2bb14a42d2" /><Relationship Type="http://schemas.openxmlformats.org/officeDocument/2006/relationships/slide" Target="/ppt/slides/slide2.xml" Id="R1ce2805a99a348ac" /><Relationship Type="http://schemas.openxmlformats.org/officeDocument/2006/relationships/slide" Target="/ppt/slides/slide3.xml" Id="R11502d7d02d344ce" /><Relationship Type="http://schemas.openxmlformats.org/officeDocument/2006/relationships/slide" Target="/ppt/slides/slide4.xml" Id="Rbb1ee7b7245e4f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8f9a404a274d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d0c83ae1b47ac" /><Relationship Type="http://schemas.openxmlformats.org/officeDocument/2006/relationships/notesMaster" Target="/ppt/notesMasters/notesMaster1.xml" Id="Rfcf7b13f8c294e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80e486d52f45b3" /><Relationship Type="http://schemas.openxmlformats.org/officeDocument/2006/relationships/notesMaster" Target="/ppt/notesMasters/notesMaster1.xml" Id="R59b42dc7aa0649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d961e3105349b4" /><Relationship Type="http://schemas.openxmlformats.org/officeDocument/2006/relationships/notesMaster" Target="/ppt/notesMasters/notesMaster1.xml" Id="Rfac5e9e7a05f44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2fe148c4624257" /><Relationship Type="http://schemas.openxmlformats.org/officeDocument/2006/relationships/notesMaster" Target="/ppt/notesMasters/notesMaster1.xml" Id="Rc309345426c145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7ef43a59bc43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02f538d4e34c75" /><Relationship Type="http://schemas.openxmlformats.org/officeDocument/2006/relationships/slideLayout" Target="/ppt/slideLayouts/slideLayout1.xml" Id="Rc00d53f3f135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0d53f3f135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8c0becaeae4369" /><Relationship Type="http://schemas.openxmlformats.org/officeDocument/2006/relationships/notesSlide" Target="/ppt/notesSlides/notesSlide1.xml" Id="Rbb93c28e4abd4f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bb3a1d179d48c7" /><Relationship Type="http://schemas.openxmlformats.org/officeDocument/2006/relationships/notesSlide" Target="/ppt/notesSlides/notesSlide2.xml" Id="R0e492298e9944a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7c02848f0a419e" /><Relationship Type="http://schemas.openxmlformats.org/officeDocument/2006/relationships/notesSlide" Target="/ppt/notesSlides/notesSlide3.xml" Id="R8672179e09574c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93844370d540f7" /><Relationship Type="http://schemas.openxmlformats.org/officeDocument/2006/relationships/notesSlide" Target="/ppt/notesSlides/notesSlide4.xml" Id="R17baf7cf93e340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9229A8-B412-4FF6-BB14-F7F3EF7EA5D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1</a:t>
            </a:r>
          </a:p>
        </p:txBody>
      </p:sp>
      <p:sp>
        <p:nvSpPr>
          <p:cNvPr id="2" name="">
            <a:extLst xmlns:a="http://schemas.openxmlformats.org/drawingml/2006/main">
              <a:ext uri="{FF2B5EF4-FFF2-40B4-BE49-F238E27FC236}">
                <a16:creationId xmlns:a16="http://schemas.microsoft.com/office/drawing/2014/main" id="{84C95D53-42AD-4CDD-BBA6-956EB91586A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2FA0BB88-1CBD-4349-A3FD-7CF7AE98A58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wathiqrare1141 uses the uncommon term quincunx. وتتضمن المذكرة المصطلح النادر الاستعصاء. راجع موظفو السجلات التصنيفات ومدد الحفظ وضوابط الوصول وجاهزية التحويل في ملفات الأعمال النشطة. Every digital component must remain linked to its authoritative record and retain a verifiable content checksum. يجب أن يبقى كل مكون رقمي مرتبطا بسجله</a:t>
            </a:r>
          </a:p>
        </p:txBody>
      </p:sp>
      <p:sp>
        <p:nvSpPr>
          <p:cNvPr id="4" name="">
            <a:extLst xmlns:a="http://schemas.openxmlformats.org/drawingml/2006/main">
              <a:ext uri="{FF2B5EF4-FFF2-40B4-BE49-F238E27FC236}">
                <a16:creationId xmlns:a16="http://schemas.microsoft.com/office/drawing/2014/main" id="{2A18AFA6-1B34-4907-8BC9-011736F6D78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WTHQ-1141  Part 1 of 4</a:t>
            </a:r>
          </a:p>
        </p:txBody>
      </p:sp>
    </p:spTree>
    <p:extLst>
      <p:ext uri="{BB962C8B-B14F-4D97-AF65-F5344CB8AC3E}">
        <p14:creationId xmlns:p14="http://schemas.microsoft.com/office/powerpoint/2010/main" val="5480868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D1C6AF-8CAC-4547-AAD7-BE704A4CD10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2</a:t>
            </a:r>
          </a:p>
        </p:txBody>
      </p:sp>
      <p:sp>
        <p:nvSpPr>
          <p:cNvPr id="2" name="">
            <a:extLst xmlns:a="http://schemas.openxmlformats.org/drawingml/2006/main">
              <a:ext uri="{FF2B5EF4-FFF2-40B4-BE49-F238E27FC236}">
                <a16:creationId xmlns:a16="http://schemas.microsoft.com/office/drawing/2014/main" id="{D7D7D425-4FF7-4C59-9B3F-CD5FED121FD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48FA1FA4-BC98-4562-B6D5-796DB3C5EBB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الرسمي وأن يحتفظ ببصمة محتوى قابلة للتحقق. The review identified duplicate working copies and assigned owners to confirm disposition without removing evidence under legal hold. حددت المراجعة نسخ العمل المكررة وكلفت المسؤولين بتأكيد التصرف دون إزالة دليل خاضع للحجز القانوني. Records staff reviewed file classifications, retention periods, access controls, and</a:t>
            </a:r>
          </a:p>
        </p:txBody>
      </p:sp>
      <p:sp>
        <p:nvSpPr>
          <p:cNvPr id="4" name="">
            <a:extLst xmlns:a="http://schemas.openxmlformats.org/drawingml/2006/main">
              <a:ext uri="{FF2B5EF4-FFF2-40B4-BE49-F238E27FC236}">
                <a16:creationId xmlns:a16="http://schemas.microsoft.com/office/drawing/2014/main" id="{9385D795-4502-4080-A843-75BB44A946B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WTHQ-1141  Part 2 of 4</a:t>
            </a:r>
          </a:p>
        </p:txBody>
      </p:sp>
    </p:spTree>
    <p:extLst>
      <p:ext uri="{BB962C8B-B14F-4D97-AF65-F5344CB8AC3E}">
        <p14:creationId xmlns:p14="http://schemas.microsoft.com/office/powerpoint/2010/main" val="13283749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C4ADBE-C12A-4484-87AD-03728C2C511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3</a:t>
            </a:r>
          </a:p>
        </p:txBody>
      </p:sp>
      <p:sp>
        <p:nvSpPr>
          <p:cNvPr id="2" name="">
            <a:extLst xmlns:a="http://schemas.openxmlformats.org/drawingml/2006/main">
              <a:ext uri="{FF2B5EF4-FFF2-40B4-BE49-F238E27FC236}">
                <a16:creationId xmlns:a16="http://schemas.microsoft.com/office/drawing/2014/main" id="{2FF54334-612B-41A2-8721-817B9422B28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7F3E3C9C-C507-4708-87ED-17BEBB9B98D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transfer readiness across active business folders. راجع موظفو السجلات التصنيفات ومدد الحفظ وضوابط الوصول وجاهزية التحويل في ملفات الأعمال النشطة. Every digital component must remain linked to its authoritative record and retain a verifiable content checksum. يجب أن يبقى كل مكون رقمي مرتبطا بسجله الرسمي وأن يحتفظ ببصمة محتوى قابلة</a:t>
            </a:r>
          </a:p>
        </p:txBody>
      </p:sp>
      <p:sp>
        <p:nvSpPr>
          <p:cNvPr id="4" name="">
            <a:extLst xmlns:a="http://schemas.openxmlformats.org/drawingml/2006/main">
              <a:ext uri="{FF2B5EF4-FFF2-40B4-BE49-F238E27FC236}">
                <a16:creationId xmlns:a16="http://schemas.microsoft.com/office/drawing/2014/main" id="{E098561C-B236-467E-9CD5-D727F8BA7A6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WTHQ-1141  Part 3 of 4</a:t>
            </a:r>
          </a:p>
        </p:txBody>
      </p:sp>
    </p:spTree>
    <p:extLst>
      <p:ext uri="{BB962C8B-B14F-4D97-AF65-F5344CB8AC3E}">
        <p14:creationId xmlns:p14="http://schemas.microsoft.com/office/powerpoint/2010/main" val="19521805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50D3C3-3B17-438E-87BD-6A687E0B4AAA}"/>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4</a:t>
            </a:r>
          </a:p>
        </p:txBody>
      </p:sp>
      <p:sp>
        <p:nvSpPr>
          <p:cNvPr id="2" name="">
            <a:extLst xmlns:a="http://schemas.openxmlformats.org/drawingml/2006/main">
              <a:ext uri="{FF2B5EF4-FFF2-40B4-BE49-F238E27FC236}">
                <a16:creationId xmlns:a16="http://schemas.microsoft.com/office/drawing/2014/main" id="{3B07A7CC-EEA0-4E49-89E1-E895E143A06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208EDDCC-213E-4272-A388-6C9D313DE09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للتحقق. The review identified duplicate working copies and assigned owners to confirm disposition without removing evidence under legal hold. حددت المراجعة نسخ العمل المكررة وكلفت المسؤولين بتأكيد التصرف دون إزالة دليل خاضع للحجز القانوني. Records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8E7E50B5-90B2-4BC7-9EE2-B113FC7F35E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WTHQ-1141  Part 4 of 4</a:t>
            </a:r>
          </a:p>
        </p:txBody>
      </p:sp>
    </p:spTree>
    <p:extLst>
      <p:ext uri="{BB962C8B-B14F-4D97-AF65-F5344CB8AC3E}">
        <p14:creationId xmlns:p14="http://schemas.microsoft.com/office/powerpoint/2010/main" val="1343596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2026-09-24T12:44:22.7000000Z</dcterms:created>
  <dcterms:modified xsi:type="dcterms:W3CDTF">2026-09-24T12:44:22.7000000Z</dcterms:modified>
</coreProperties>
</file>