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6395b76fa848ba" /><Relationship Type="http://schemas.openxmlformats.org/officeDocument/2006/relationships/extended-properties" Target="/docProps/app.xml" Id="R54156738f64b4659" /><Relationship Type="http://schemas.openxmlformats.org/officeDocument/2006/relationships/officeDocument" Target="/ppt/presentation.xml" Id="R0de7c24e0aea4413" /></Relationships>
</file>

<file path=ppt/presentation.xml><?xml version="1.0" encoding="utf-8"?>
<p:presentation xmlns:p="http://schemas.openxmlformats.org/presentationml/2006/main">
  <p:sldMasterIdLst>
    <p:sldMasterId xmlns:r="http://schemas.openxmlformats.org/officeDocument/2006/relationships" id="2147483648" r:id="R6b58cc3deeff410d"/>
  </p:sldMasterIdLst>
  <p:notesMasterIdLst>
    <p:notesMasterId xmlns:r="http://schemas.openxmlformats.org/officeDocument/2006/relationships" r:id="Rc06ae896899d48f0"/>
  </p:notesMasterIdLst>
  <p:sldIdLst>
    <p:sldId xmlns:r="http://schemas.openxmlformats.org/officeDocument/2006/relationships" id="256" r:id="Re04948e8e00547f2"/>
    <p:sldId xmlns:r="http://schemas.openxmlformats.org/officeDocument/2006/relationships" id="257" r:id="R16bd1d87e0dd4bf5"/>
    <p:sldId xmlns:r="http://schemas.openxmlformats.org/officeDocument/2006/relationships" id="258" r:id="R26a54cf764284fbe"/>
    <p:sldId xmlns:r="http://schemas.openxmlformats.org/officeDocument/2006/relationships" id="259" r:id="R3b183e717e8043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b51931e6564f35" /><Relationship Type="http://schemas.openxmlformats.org/officeDocument/2006/relationships/slideMaster" Target="/ppt/slideMasters/slideMaster1.xml" Id="R6b58cc3deeff410d" /><Relationship Type="http://schemas.openxmlformats.org/officeDocument/2006/relationships/notesMaster" Target="/ppt/notesMasters/notesMaster1.xml" Id="Rc06ae896899d48f0" /><Relationship Type="http://schemas.openxmlformats.org/officeDocument/2006/relationships/presProps" Target="/ppt/presProps.xml" Id="Rca073705a09841ba" /><Relationship Type="http://schemas.openxmlformats.org/officeDocument/2006/relationships/tableStyles" Target="/ppt/tableStyles.xml" Id="R1bb9385d8efd445f" /><Relationship Type="http://schemas.openxmlformats.org/officeDocument/2006/relationships/slide" Target="/ppt/slides/slide1.xml" Id="Re04948e8e00547f2" /><Relationship Type="http://schemas.openxmlformats.org/officeDocument/2006/relationships/slide" Target="/ppt/slides/slide2.xml" Id="R16bd1d87e0dd4bf5" /><Relationship Type="http://schemas.openxmlformats.org/officeDocument/2006/relationships/slide" Target="/ppt/slides/slide3.xml" Id="R26a54cf764284fbe" /><Relationship Type="http://schemas.openxmlformats.org/officeDocument/2006/relationships/slide" Target="/ppt/slides/slide4.xml" Id="R3b183e717e8043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8631651cc44b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3c881389d74f9f" /><Relationship Type="http://schemas.openxmlformats.org/officeDocument/2006/relationships/notesMaster" Target="/ppt/notesMasters/notesMaster1.xml" Id="R0da9a0f642854b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47dec87cdd453f" /><Relationship Type="http://schemas.openxmlformats.org/officeDocument/2006/relationships/notesMaster" Target="/ppt/notesMasters/notesMaster1.xml" Id="Rc703c92c9f8c4c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c7c4207cc640e2" /><Relationship Type="http://schemas.openxmlformats.org/officeDocument/2006/relationships/notesMaster" Target="/ppt/notesMasters/notesMaster1.xml" Id="Rbd122cd29fb04c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de29e2e2fb466e" /><Relationship Type="http://schemas.openxmlformats.org/officeDocument/2006/relationships/notesMaster" Target="/ppt/notesMasters/notesMaster1.xml" Id="Ra659091e385647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d54a77d5bd4b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0f658fa97d4fa7" /><Relationship Type="http://schemas.openxmlformats.org/officeDocument/2006/relationships/slideLayout" Target="/ppt/slideLayouts/slideLayout1.xml" Id="Rce8c505dbc0843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8c505dbc0843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e503c9efd14498" /><Relationship Type="http://schemas.openxmlformats.org/officeDocument/2006/relationships/notesSlide" Target="/ppt/notesSlides/notesSlide1.xml" Id="Rfd414cf641c647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1740f8c9d944a9" /><Relationship Type="http://schemas.openxmlformats.org/officeDocument/2006/relationships/notesSlide" Target="/ppt/notesSlides/notesSlide2.xml" Id="R1743704fd5954d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370110348245a2" /><Relationship Type="http://schemas.openxmlformats.org/officeDocument/2006/relationships/notesSlide" Target="/ppt/notesSlides/notesSlide3.xml" Id="R90cf73c2fe0640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a5ff6c60f14bcd" /><Relationship Type="http://schemas.openxmlformats.org/officeDocument/2006/relationships/notesSlide" Target="/ppt/notesSlides/notesSlide4.xml" Id="R4d313695ce5e42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CB2124-D3C5-4CC8-AA8C-E792946BB86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1</a:t>
            </a:r>
          </a:p>
        </p:txBody>
      </p:sp>
      <p:sp>
        <p:nvSpPr>
          <p:cNvPr id="2" name="">
            <a:extLst xmlns:a="http://schemas.openxmlformats.org/drawingml/2006/main">
              <a:ext uri="{FF2B5EF4-FFF2-40B4-BE49-F238E27FC236}">
                <a16:creationId xmlns:a16="http://schemas.microsoft.com/office/drawing/2014/main" id="{C30AB9A3-7161-4C6C-9D40-6EB4ADF29C3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CFD5F212-A67E-4036-AEE5-09E6E1F3E56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wathiqrare1151 uses the uncommon term quincunx. وتتضمن المذكرة المصطلح النادر الاستعصاء. Engineers documented the cause of recurring alerts and assigned corrective actions with measurable completion criteria. Security updates will be tested in the controlled environment before deployment to production services. Operational dashboards distinguish customer impact from internal warnings and</a:t>
            </a:r>
          </a:p>
        </p:txBody>
      </p:sp>
      <p:sp>
        <p:nvSpPr>
          <p:cNvPr id="4" name="">
            <a:extLst xmlns:a="http://schemas.openxmlformats.org/drawingml/2006/main">
              <a:ext uri="{FF2B5EF4-FFF2-40B4-BE49-F238E27FC236}">
                <a16:creationId xmlns:a16="http://schemas.microsoft.com/office/drawing/2014/main" id="{975E0A6F-8E58-4E8D-B95A-D5BBA97BF62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WTHQ-1151  Part 1 of 4</a:t>
            </a:r>
          </a:p>
        </p:txBody>
      </p:sp>
    </p:spTree>
    <p:extLst>
      <p:ext uri="{BB962C8B-B14F-4D97-AF65-F5344CB8AC3E}">
        <p14:creationId xmlns:p14="http://schemas.microsoft.com/office/powerpoint/2010/main" val="2050166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98EC44-5FEC-4DD3-8F2A-62AA6FEAD49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2</a:t>
            </a:r>
          </a:p>
        </p:txBody>
      </p:sp>
      <p:sp>
        <p:nvSpPr>
          <p:cNvPr id="2" name="">
            <a:extLst xmlns:a="http://schemas.openxmlformats.org/drawingml/2006/main">
              <a:ext uri="{FF2B5EF4-FFF2-40B4-BE49-F238E27FC236}">
                <a16:creationId xmlns:a16="http://schemas.microsoft.com/office/drawing/2014/main" id="{463A007A-E2AA-4DEB-8D31-8F76CC59810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036A6EE1-AF74-4B64-ADDE-46CC440C309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retain evidence for later analysis. راجع فريق التقنية حوادث الخدمة ونتائج النسخ الاحتياطي وتغييرات الوصول والصيانة المخططة للأنظمة الأساسية. The technology team reviewed service incidents, backup results, access changes, and planned maintenance for core systems. Engineers documented the cause of recurring alerts and assigned corrective actions with measurable completion criteria.</a:t>
            </a:r>
          </a:p>
        </p:txBody>
      </p:sp>
      <p:sp>
        <p:nvSpPr>
          <p:cNvPr id="4" name="">
            <a:extLst xmlns:a="http://schemas.openxmlformats.org/drawingml/2006/main">
              <a:ext uri="{FF2B5EF4-FFF2-40B4-BE49-F238E27FC236}">
                <a16:creationId xmlns:a16="http://schemas.microsoft.com/office/drawing/2014/main" id="{DAE46D46-B4A2-457B-971F-EACCA58D9F5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WTHQ-1151  Part 2 of 4</a:t>
            </a:r>
          </a:p>
        </p:txBody>
      </p:sp>
    </p:spTree>
    <p:extLst>
      <p:ext uri="{BB962C8B-B14F-4D97-AF65-F5344CB8AC3E}">
        <p14:creationId xmlns:p14="http://schemas.microsoft.com/office/powerpoint/2010/main" val="3644221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EA2532-3AF9-491D-8A91-FFD1FC2B3BE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3</a:t>
            </a:r>
          </a:p>
        </p:txBody>
      </p:sp>
      <p:sp>
        <p:nvSpPr>
          <p:cNvPr id="2" name="">
            <a:extLst xmlns:a="http://schemas.openxmlformats.org/drawingml/2006/main">
              <a:ext uri="{FF2B5EF4-FFF2-40B4-BE49-F238E27FC236}">
                <a16:creationId xmlns:a16="http://schemas.microsoft.com/office/drawing/2014/main" id="{E97208BB-B4AA-4BE6-A5C6-5BB3165BE3A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8EDF4DE0-6D92-41F4-80D4-9E8327EBAA0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Security updates will be tested in the controlled environment before deployment to production services. Operational dashboards distinguish customer impact from internal warnings and retain evidence for later analysis. راجع فريق التقنية حوادث الخدمة ونتائج النسخ الاحتياطي وتغييرات الوصول والصيانة المخططة للأنظمة الأساسية. The technology team reviewed service incidents, backup results,</a:t>
            </a:r>
          </a:p>
        </p:txBody>
      </p:sp>
      <p:sp>
        <p:nvSpPr>
          <p:cNvPr id="4" name="">
            <a:extLst xmlns:a="http://schemas.openxmlformats.org/drawingml/2006/main">
              <a:ext uri="{FF2B5EF4-FFF2-40B4-BE49-F238E27FC236}">
                <a16:creationId xmlns:a16="http://schemas.microsoft.com/office/drawing/2014/main" id="{D1931142-6F37-4CBF-AB73-210133D4783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WTHQ-1151  Part 3 of 4</a:t>
            </a:r>
          </a:p>
        </p:txBody>
      </p:sp>
    </p:spTree>
    <p:extLst>
      <p:ext uri="{BB962C8B-B14F-4D97-AF65-F5344CB8AC3E}">
        <p14:creationId xmlns:p14="http://schemas.microsoft.com/office/powerpoint/2010/main" val="11703826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F0B694-2A90-4D90-9E5E-21FA1DC84A7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4</a:t>
            </a:r>
          </a:p>
        </p:txBody>
      </p:sp>
      <p:sp>
        <p:nvSpPr>
          <p:cNvPr id="2" name="">
            <a:extLst xmlns:a="http://schemas.openxmlformats.org/drawingml/2006/main">
              <a:ext uri="{FF2B5EF4-FFF2-40B4-BE49-F238E27FC236}">
                <a16:creationId xmlns:a16="http://schemas.microsoft.com/office/drawing/2014/main" id="{B348AB59-0206-4C65-88B7-D55D85686DE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2C05EC63-441C-47B3-9904-26FD71478AF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access changes, and planned maintenance for core systems. Engineers documented the cause of recurring alerts and assigned corrective actions with measurable completion criteria. Security updates will be tested in the controlled environment before deployment to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3D80A2C3-DC2B-4026-A7DD-4DDEB92C29D0}"/>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WTHQ-1151  Part 4 of 4</a:t>
            </a:r>
          </a:p>
        </p:txBody>
      </p:sp>
    </p:spTree>
    <p:extLst>
      <p:ext uri="{BB962C8B-B14F-4D97-AF65-F5344CB8AC3E}">
        <p14:creationId xmlns:p14="http://schemas.microsoft.com/office/powerpoint/2010/main" val="12677391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2026-09-24T12:44:36.8180000Z</dcterms:created>
  <dcterms:modified xsi:type="dcterms:W3CDTF">2026-09-24T12:44:36.8180000Z</dcterms:modified>
</coreProperties>
</file>