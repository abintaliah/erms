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bf7f04a25546aa" /><Relationship Type="http://schemas.openxmlformats.org/officeDocument/2006/relationships/extended-properties" Target="/docProps/app.xml" Id="Rfcc5a19344f64c1b" /><Relationship Type="http://schemas.openxmlformats.org/officeDocument/2006/relationships/officeDocument" Target="/ppt/presentation.xml" Id="R375d913e08cc48a4" /></Relationships>
</file>

<file path=ppt/presentation.xml><?xml version="1.0" encoding="utf-8"?>
<p:presentation xmlns:p="http://schemas.openxmlformats.org/presentationml/2006/main">
  <p:sldMasterIdLst>
    <p:sldMasterId xmlns:r="http://schemas.openxmlformats.org/officeDocument/2006/relationships" id="2147483648" r:id="R842bceac42304fe0"/>
  </p:sldMasterIdLst>
  <p:notesMasterIdLst>
    <p:notesMasterId xmlns:r="http://schemas.openxmlformats.org/officeDocument/2006/relationships" r:id="R464b3323ae4b4728"/>
  </p:notesMasterIdLst>
  <p:sldIdLst>
    <p:sldId xmlns:r="http://schemas.openxmlformats.org/officeDocument/2006/relationships" id="256" r:id="R98a22e7ae2134caa"/>
    <p:sldId xmlns:r="http://schemas.openxmlformats.org/officeDocument/2006/relationships" id="257" r:id="R2066c1e4ac7440f1"/>
    <p:sldId xmlns:r="http://schemas.openxmlformats.org/officeDocument/2006/relationships" id="258" r:id="Ra94f9d622f7347be"/>
    <p:sldId xmlns:r="http://schemas.openxmlformats.org/officeDocument/2006/relationships" id="259" r:id="Rc2119cbf83a94d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9b43a363b44437" /><Relationship Type="http://schemas.openxmlformats.org/officeDocument/2006/relationships/slideMaster" Target="/ppt/slideMasters/slideMaster1.xml" Id="R842bceac42304fe0" /><Relationship Type="http://schemas.openxmlformats.org/officeDocument/2006/relationships/notesMaster" Target="/ppt/notesMasters/notesMaster1.xml" Id="R464b3323ae4b4728" /><Relationship Type="http://schemas.openxmlformats.org/officeDocument/2006/relationships/presProps" Target="/ppt/presProps.xml" Id="R56359c344780455e" /><Relationship Type="http://schemas.openxmlformats.org/officeDocument/2006/relationships/tableStyles" Target="/ppt/tableStyles.xml" Id="R92892167b9ea44d9" /><Relationship Type="http://schemas.openxmlformats.org/officeDocument/2006/relationships/slide" Target="/ppt/slides/slide1.xml" Id="R98a22e7ae2134caa" /><Relationship Type="http://schemas.openxmlformats.org/officeDocument/2006/relationships/slide" Target="/ppt/slides/slide2.xml" Id="R2066c1e4ac7440f1" /><Relationship Type="http://schemas.openxmlformats.org/officeDocument/2006/relationships/slide" Target="/ppt/slides/slide3.xml" Id="Ra94f9d622f7347be" /><Relationship Type="http://schemas.openxmlformats.org/officeDocument/2006/relationships/slide" Target="/ppt/slides/slide4.xml" Id="Rc2119cbf83a94d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886d3c6fb648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e205cae4ab4b3b" /><Relationship Type="http://schemas.openxmlformats.org/officeDocument/2006/relationships/notesMaster" Target="/ppt/notesMasters/notesMaster1.xml" Id="R3d35a28a0b4a4c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42c58d5c4e4fa6" /><Relationship Type="http://schemas.openxmlformats.org/officeDocument/2006/relationships/notesMaster" Target="/ppt/notesMasters/notesMaster1.xml" Id="Rad5979cc72564e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f918019554faf" /><Relationship Type="http://schemas.openxmlformats.org/officeDocument/2006/relationships/notesMaster" Target="/ppt/notesMasters/notesMaster1.xml" Id="R7327c35485614d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5c92c748f04cb4" /><Relationship Type="http://schemas.openxmlformats.org/officeDocument/2006/relationships/notesMaster" Target="/ppt/notesMasters/notesMaster1.xml" Id="R4b33d1b517d94f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0b5c4773094e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97ffac147b4bec" /><Relationship Type="http://schemas.openxmlformats.org/officeDocument/2006/relationships/slideLayout" Target="/ppt/slideLayouts/slideLayout1.xml" Id="R2b7b11f2b0d94a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7b11f2b0d94a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19e40b9ce7430d" /><Relationship Type="http://schemas.openxmlformats.org/officeDocument/2006/relationships/notesSlide" Target="/ppt/notesSlides/notesSlide1.xml" Id="R96c63ea1defb4c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2f9ebded3f44db" /><Relationship Type="http://schemas.openxmlformats.org/officeDocument/2006/relationships/notesSlide" Target="/ppt/notesSlides/notesSlide2.xml" Id="Rbf47e4236a4a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436c46ba51492b" /><Relationship Type="http://schemas.openxmlformats.org/officeDocument/2006/relationships/notesSlide" Target="/ppt/notesSlides/notesSlide3.xml" Id="R00120e1a3863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2d7a5205ad44de" /><Relationship Type="http://schemas.openxmlformats.org/officeDocument/2006/relationships/notesSlide" Target="/ppt/notesSlides/notesSlide4.xml" Id="Ra9fca506c5ae41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1A6186-CA1B-4757-9680-EAB5F774D03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1</a:t>
            </a:r>
          </a:p>
        </p:txBody>
      </p:sp>
      <p:sp>
        <p:nvSpPr>
          <p:cNvPr id="2" name="">
            <a:extLst xmlns:a="http://schemas.openxmlformats.org/drawingml/2006/main">
              <a:ext uri="{FF2B5EF4-FFF2-40B4-BE49-F238E27FC236}">
                <a16:creationId xmlns:a16="http://schemas.microsoft.com/office/drawing/2014/main" id="{AA174EE8-EC4C-4502-BD0A-310444804BB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C95B2799-C0B2-432D-AB82-2469B33D912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wathiqrare1156 uses the uncommon term anfractuous. وتتضمن المذكرة المصطلح النادر الاستدراك. Planned maintenance gives priority to safety, service continuity, and equipment approaching the end of its useful life. تعطي الصيانة المخططة الأولوية للسلامة واستمرار الخدمة والمعدات التي تقترب من نهاية عمرها النافع. The asset team inspected assigned equipment and</a:t>
            </a:r>
          </a:p>
        </p:txBody>
      </p:sp>
      <p:sp>
        <p:nvSpPr>
          <p:cNvPr id="4" name="">
            <a:extLst xmlns:a="http://schemas.openxmlformats.org/drawingml/2006/main">
              <a:ext uri="{FF2B5EF4-FFF2-40B4-BE49-F238E27FC236}">
                <a16:creationId xmlns:a16="http://schemas.microsoft.com/office/drawing/2014/main" id="{D9302E75-4294-4821-B1FF-1B30108DC64E}"/>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WTHQ-1156  Part 1 of 4</a:t>
            </a:r>
          </a:p>
        </p:txBody>
      </p:sp>
    </p:spTree>
    <p:extLst>
      <p:ext uri="{BB962C8B-B14F-4D97-AF65-F5344CB8AC3E}">
        <p14:creationId xmlns:p14="http://schemas.microsoft.com/office/powerpoint/2010/main" val="10232013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DF3A42-4B37-4992-AE84-D83BEFB1F86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2</a:t>
            </a:r>
          </a:p>
        </p:txBody>
      </p:sp>
      <p:sp>
        <p:nvSpPr>
          <p:cNvPr id="2" name="">
            <a:extLst xmlns:a="http://schemas.openxmlformats.org/drawingml/2006/main">
              <a:ext uri="{FF2B5EF4-FFF2-40B4-BE49-F238E27FC236}">
                <a16:creationId xmlns:a16="http://schemas.microsoft.com/office/drawing/2014/main" id="{8F255A45-AE10-48FD-BB54-22AC2A552A3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546320CC-76E3-42C0-8CA8-24EA6085370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compared physical labels with the central register and custody records. فحص فريق الأصول المعدات المسندة وقارن الملصقات الفعلية بالسجل المركزي ووثائق العهدة. Each discrepancy includes a location, responsible custodian, review date, and documented action for correction. يتضمن كل اختلاف الموقع وأمين العهدة وتاريخ المراجعة والإجراء الموثق المطلوب للتصحيح. Planned maintenance</a:t>
            </a:r>
          </a:p>
        </p:txBody>
      </p:sp>
      <p:sp>
        <p:nvSpPr>
          <p:cNvPr id="4" name="">
            <a:extLst xmlns:a="http://schemas.openxmlformats.org/drawingml/2006/main">
              <a:ext uri="{FF2B5EF4-FFF2-40B4-BE49-F238E27FC236}">
                <a16:creationId xmlns:a16="http://schemas.microsoft.com/office/drawing/2014/main" id="{68C22B3A-7318-440A-9E30-0148BB0BA7A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WTHQ-1156  Part 2 of 4</a:t>
            </a:r>
          </a:p>
        </p:txBody>
      </p:sp>
    </p:spTree>
    <p:extLst>
      <p:ext uri="{BB962C8B-B14F-4D97-AF65-F5344CB8AC3E}">
        <p14:creationId xmlns:p14="http://schemas.microsoft.com/office/powerpoint/2010/main" val="347893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7168A2-AA9E-414A-B820-65DCF4509DF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3</a:t>
            </a:r>
          </a:p>
        </p:txBody>
      </p:sp>
      <p:sp>
        <p:nvSpPr>
          <p:cNvPr id="2" name="">
            <a:extLst xmlns:a="http://schemas.openxmlformats.org/drawingml/2006/main">
              <a:ext uri="{FF2B5EF4-FFF2-40B4-BE49-F238E27FC236}">
                <a16:creationId xmlns:a16="http://schemas.microsoft.com/office/drawing/2014/main" id="{DFF3F4BD-067E-435A-A61F-A6E4D1B55C3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01872B76-299D-4329-8258-56D15FE6A94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gives priority to safety, service continuity, and equipment approaching the end of its useful life. تعطي الصيانة المخططة الأولوية للسلامة واستمرار الخدمة والمعدات التي تقترب من نهاية عمرها النافع. The asset team inspected assigned equipment and compared physical labels with the central register and custody records. فحص فريق الأصول المعدات</a:t>
            </a:r>
          </a:p>
        </p:txBody>
      </p:sp>
      <p:sp>
        <p:nvSpPr>
          <p:cNvPr id="4" name="">
            <a:extLst xmlns:a="http://schemas.openxmlformats.org/drawingml/2006/main">
              <a:ext uri="{FF2B5EF4-FFF2-40B4-BE49-F238E27FC236}">
                <a16:creationId xmlns:a16="http://schemas.microsoft.com/office/drawing/2014/main" id="{065229CE-B7F4-4E08-A053-AAB16FF96F6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WTHQ-1156  Part 3 of 4</a:t>
            </a:r>
          </a:p>
        </p:txBody>
      </p:sp>
    </p:spTree>
    <p:extLst>
      <p:ext uri="{BB962C8B-B14F-4D97-AF65-F5344CB8AC3E}">
        <p14:creationId xmlns:p14="http://schemas.microsoft.com/office/powerpoint/2010/main" val="105827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F26BEC-4C96-4268-B4F6-394715B4C75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4</a:t>
            </a:r>
          </a:p>
        </p:txBody>
      </p:sp>
      <p:sp>
        <p:nvSpPr>
          <p:cNvPr id="2" name="">
            <a:extLst xmlns:a="http://schemas.openxmlformats.org/drawingml/2006/main">
              <a:ext uri="{FF2B5EF4-FFF2-40B4-BE49-F238E27FC236}">
                <a16:creationId xmlns:a16="http://schemas.microsoft.com/office/drawing/2014/main" id="{1AC49EB0-4610-41A7-84CC-1F628712EEE8}"/>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6D26A0FA-1C1C-47B7-8945-0FE1ADA88B4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المسندة وقارن الملصقات الفعلية بالسجل المركزي ووثائق العهدة. Each discrepancy includes a location, responsible custodian, review date, and documented action for correction. يتضمن كل اختلاف الموقع وأمين العهدة وتاريخ المراجعة والإجراء الموثق المطلوب للتصحيح. Planned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7C257912-2B83-4227-BDFE-C8FA42D4C07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WTHQ-1156  Part 4 of 4</a:t>
            </a:r>
          </a:p>
        </p:txBody>
      </p:sp>
    </p:spTree>
    <p:extLst>
      <p:ext uri="{BB962C8B-B14F-4D97-AF65-F5344CB8AC3E}">
        <p14:creationId xmlns:p14="http://schemas.microsoft.com/office/powerpoint/2010/main" val="19943561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2026-09-24T12:44:44.1360000Z</dcterms:created>
  <dcterms:modified xsi:type="dcterms:W3CDTF">2026-09-24T12:44:44.1360000Z</dcterms:modified>
</coreProperties>
</file>