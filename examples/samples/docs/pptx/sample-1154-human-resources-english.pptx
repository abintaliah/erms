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429f4a939ee49c0" /><Relationship Type="http://schemas.openxmlformats.org/officeDocument/2006/relationships/extended-properties" Target="/docProps/app.xml" Id="Rd4883ac873fc413f" /><Relationship Type="http://schemas.openxmlformats.org/officeDocument/2006/relationships/officeDocument" Target="/ppt/presentation.xml" Id="R2b124b65128947e8" /></Relationships>
</file>

<file path=ppt/presentation.xml><?xml version="1.0" encoding="utf-8"?>
<p:presentation xmlns:p="http://schemas.openxmlformats.org/presentationml/2006/main">
  <p:sldMasterIdLst>
    <p:sldMasterId xmlns:r="http://schemas.openxmlformats.org/officeDocument/2006/relationships" id="2147483648" r:id="R6b07aa1a6c8243c5"/>
  </p:sldMasterIdLst>
  <p:notesMasterIdLst>
    <p:notesMasterId xmlns:r="http://schemas.openxmlformats.org/officeDocument/2006/relationships" r:id="Rcf7a0d6a899547cf"/>
  </p:notesMasterIdLst>
  <p:sldIdLst>
    <p:sldId xmlns:r="http://schemas.openxmlformats.org/officeDocument/2006/relationships" id="256" r:id="R31789ac0ec164bdd"/>
    <p:sldId xmlns:r="http://schemas.openxmlformats.org/officeDocument/2006/relationships" id="257" r:id="Rbaa6235d597c4c1b"/>
    <p:sldId xmlns:r="http://schemas.openxmlformats.org/officeDocument/2006/relationships" id="258" r:id="R749dcae425554d65"/>
    <p:sldId xmlns:r="http://schemas.openxmlformats.org/officeDocument/2006/relationships" id="259" r:id="R0f5a04e94fa344b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087fa04736c4e54" /><Relationship Type="http://schemas.openxmlformats.org/officeDocument/2006/relationships/slideMaster" Target="/ppt/slideMasters/slideMaster1.xml" Id="R6b07aa1a6c8243c5" /><Relationship Type="http://schemas.openxmlformats.org/officeDocument/2006/relationships/notesMaster" Target="/ppt/notesMasters/notesMaster1.xml" Id="Rcf7a0d6a899547cf" /><Relationship Type="http://schemas.openxmlformats.org/officeDocument/2006/relationships/presProps" Target="/ppt/presProps.xml" Id="R4de93126ede44f26" /><Relationship Type="http://schemas.openxmlformats.org/officeDocument/2006/relationships/tableStyles" Target="/ppt/tableStyles.xml" Id="R32c7460a255d47cb" /><Relationship Type="http://schemas.openxmlformats.org/officeDocument/2006/relationships/slide" Target="/ppt/slides/slide1.xml" Id="R31789ac0ec164bdd" /><Relationship Type="http://schemas.openxmlformats.org/officeDocument/2006/relationships/slide" Target="/ppt/slides/slide2.xml" Id="Rbaa6235d597c4c1b" /><Relationship Type="http://schemas.openxmlformats.org/officeDocument/2006/relationships/slide" Target="/ppt/slides/slide3.xml" Id="R749dcae425554d65" /><Relationship Type="http://schemas.openxmlformats.org/officeDocument/2006/relationships/slide" Target="/ppt/slides/slide4.xml" Id="R0f5a04e94fa344b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14f6313aecb4d9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fb5d93be94a4317" /><Relationship Type="http://schemas.openxmlformats.org/officeDocument/2006/relationships/notesMaster" Target="/ppt/notesMasters/notesMaster1.xml" Id="Rfc0973ee8d8b40c4" /></Relationships>
</file>

<file path=ppt/notesSlides/_rels/notesSlide2.xml.rels>&#65279;<?xml version="1.0" encoding="utf-8"?><Relationships xmlns="http://schemas.openxmlformats.org/package/2006/relationships"><Relationship Type="http://schemas.openxmlformats.org/officeDocument/2006/relationships/slide" Target="/ppt/slides/slide2.xml" Id="Rb5c09e051b5a4fc6" /><Relationship Type="http://schemas.openxmlformats.org/officeDocument/2006/relationships/notesMaster" Target="/ppt/notesMasters/notesMaster1.xml" Id="R4252a754613f4836" /></Relationships>
</file>

<file path=ppt/notesSlides/_rels/notesSlide3.xml.rels>&#65279;<?xml version="1.0" encoding="utf-8"?><Relationships xmlns="http://schemas.openxmlformats.org/package/2006/relationships"><Relationship Type="http://schemas.openxmlformats.org/officeDocument/2006/relationships/slide" Target="/ppt/slides/slide3.xml" Id="Ra185b67b85df4422" /><Relationship Type="http://schemas.openxmlformats.org/officeDocument/2006/relationships/notesMaster" Target="/ppt/notesMasters/notesMaster1.xml" Id="Raa8605b069cc40ce" /></Relationships>
</file>

<file path=ppt/notesSlides/_rels/notesSlide4.xml.rels>&#65279;<?xml version="1.0" encoding="utf-8"?><Relationships xmlns="http://schemas.openxmlformats.org/package/2006/relationships"><Relationship Type="http://schemas.openxmlformats.org/officeDocument/2006/relationships/slide" Target="/ppt/slides/slide4.xml" Id="Re8cb486815504954" /><Relationship Type="http://schemas.openxmlformats.org/officeDocument/2006/relationships/notesMaster" Target="/ppt/notesMasters/notesMaster1.xml" Id="R268a1dfe10854e1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7830e8883a944d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dfb51b3d0634e10" /><Relationship Type="http://schemas.openxmlformats.org/officeDocument/2006/relationships/slideLayout" Target="/ppt/slideLayouts/slideLayout1.xml" Id="R6c6c0a15d6a441e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c6c0a15d6a441e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254de9df27a4967" /><Relationship Type="http://schemas.openxmlformats.org/officeDocument/2006/relationships/notesSlide" Target="/ppt/notesSlides/notesSlide1.xml" Id="R6dd2cd69b0b3475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d635580d5f94778" /><Relationship Type="http://schemas.openxmlformats.org/officeDocument/2006/relationships/notesSlide" Target="/ppt/notesSlides/notesSlide2.xml" Id="R5817392648ed487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d3e3d116f2d468b" /><Relationship Type="http://schemas.openxmlformats.org/officeDocument/2006/relationships/notesSlide" Target="/ppt/notesSlides/notesSlide3.xml" Id="Rfeb9547822a2401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8edc898657c49cc" /><Relationship Type="http://schemas.openxmlformats.org/officeDocument/2006/relationships/notesSlide" Target="/ppt/notesSlides/notesSlide4.xml" Id="R71ac6e63c9f945c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1327307-6A2C-4254-AF12-A0D6A4469D4B}"/>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Workforce Planning Note 1</a:t>
            </a:r>
          </a:p>
        </p:txBody>
      </p:sp>
      <p:sp>
        <p:nvSpPr>
          <p:cNvPr id="2" name="">
            <a:extLst xmlns:a="http://schemas.openxmlformats.org/drawingml/2006/main">
              <a:ext uri="{FF2B5EF4-FFF2-40B4-BE49-F238E27FC236}">
                <a16:creationId xmlns:a16="http://schemas.microsoft.com/office/drawing/2014/main" id="{D5BEBC3D-BFEB-49DE-AF15-84DDD6161C63}"/>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‫مذكرة تخطيط القوى العاملة‬</a:t>
            </a:r>
          </a:p>
        </p:txBody>
      </p:sp>
      <p:sp>
        <p:nvSpPr>
          <p:cNvPr id="3" name="">
            <a:extLst xmlns:a="http://schemas.openxmlformats.org/drawingml/2006/main">
              <a:ext uri="{FF2B5EF4-FFF2-40B4-BE49-F238E27FC236}">
                <a16:creationId xmlns:a16="http://schemas.microsoft.com/office/drawing/2014/main" id="{ACC35CFF-CF7D-4DC1-8094-3C2F7270DC1E}"/>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Reference wathiqrare1154 uses the uncommon term susurrus. وتتضمن المذكرة المصطلح النادر الاستدلال. راجعت الموارد البشرية احتياجات التوظيف وخطط تطوير الموظفين وتغطية الإجازات للفترة التشغيلية القادمة. Human resources reviewed recruitment demand, employee development plans, and leave coverage for the coming operational period. Managers confirmed that position descriptions reflect current responsibilities and</a:t>
            </a:r>
          </a:p>
        </p:txBody>
      </p:sp>
      <p:sp>
        <p:nvSpPr>
          <p:cNvPr id="4" name="">
            <a:extLst xmlns:a="http://schemas.openxmlformats.org/drawingml/2006/main">
              <a:ext uri="{FF2B5EF4-FFF2-40B4-BE49-F238E27FC236}">
                <a16:creationId xmlns:a16="http://schemas.microsoft.com/office/drawing/2014/main" id="{9FB3E0E8-93BC-4425-B582-BBD99028487A}"/>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WTHQ-1154  Part 1 of 4</a:t>
            </a:r>
          </a:p>
        </p:txBody>
      </p:sp>
    </p:spTree>
    <p:extLst>
      <p:ext uri="{BB962C8B-B14F-4D97-AF65-F5344CB8AC3E}">
        <p14:creationId xmlns:p14="http://schemas.microsoft.com/office/powerpoint/2010/main" val="50408017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77C1B24-EB6B-4314-8FA3-0E0810E98AEF}"/>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Workforce Planning Note 2</a:t>
            </a:r>
          </a:p>
        </p:txBody>
      </p:sp>
      <p:sp>
        <p:nvSpPr>
          <p:cNvPr id="2" name="">
            <a:extLst xmlns:a="http://schemas.openxmlformats.org/drawingml/2006/main">
              <a:ext uri="{FF2B5EF4-FFF2-40B4-BE49-F238E27FC236}">
                <a16:creationId xmlns:a16="http://schemas.microsoft.com/office/drawing/2014/main" id="{2EE6C80B-DF9B-4A1C-AA6E-E1AF725DB5D6}"/>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‫مذكرة تخطيط القوى العاملة‬</a:t>
            </a:r>
          </a:p>
        </p:txBody>
      </p:sp>
      <p:sp>
        <p:nvSpPr>
          <p:cNvPr id="3" name="">
            <a:extLst xmlns:a="http://schemas.openxmlformats.org/drawingml/2006/main">
              <a:ext uri="{FF2B5EF4-FFF2-40B4-BE49-F238E27FC236}">
                <a16:creationId xmlns:a16="http://schemas.microsoft.com/office/drawing/2014/main" id="{3923E4CF-8B44-4F9F-92DC-E2D52739925E}"/>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that interview records follow the approved retention schedule. The workforce plan balances essential vacancies with training commitments and provides clear ownership for every pending action. Employee records remain restricted to authorized staff, with access reviews scheduled before the next reporting cycle. راجعت الموارد البشرية احتياجات التوظيف وخطط تطوير الموظفين وتغطية</a:t>
            </a:r>
          </a:p>
        </p:txBody>
      </p:sp>
      <p:sp>
        <p:nvSpPr>
          <p:cNvPr id="4" name="">
            <a:extLst xmlns:a="http://schemas.openxmlformats.org/drawingml/2006/main">
              <a:ext uri="{FF2B5EF4-FFF2-40B4-BE49-F238E27FC236}">
                <a16:creationId xmlns:a16="http://schemas.microsoft.com/office/drawing/2014/main" id="{37B0640F-B323-46A0-9616-2E12E247572B}"/>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WTHQ-1154  Part 2 of 4</a:t>
            </a:r>
          </a:p>
        </p:txBody>
      </p:sp>
    </p:spTree>
    <p:extLst>
      <p:ext uri="{BB962C8B-B14F-4D97-AF65-F5344CB8AC3E}">
        <p14:creationId xmlns:p14="http://schemas.microsoft.com/office/powerpoint/2010/main" val="21258107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D1035D0-5EA6-4D1D-9638-12742446781C}"/>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Workforce Planning Note 3</a:t>
            </a:r>
          </a:p>
        </p:txBody>
      </p:sp>
      <p:sp>
        <p:nvSpPr>
          <p:cNvPr id="2" name="">
            <a:extLst xmlns:a="http://schemas.openxmlformats.org/drawingml/2006/main">
              <a:ext uri="{FF2B5EF4-FFF2-40B4-BE49-F238E27FC236}">
                <a16:creationId xmlns:a16="http://schemas.microsoft.com/office/drawing/2014/main" id="{7514961B-AFB1-4BF9-B290-A959B30713E8}"/>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‫مذكرة تخطيط القوى العاملة‬</a:t>
            </a:r>
          </a:p>
        </p:txBody>
      </p:sp>
      <p:sp>
        <p:nvSpPr>
          <p:cNvPr id="3" name="">
            <a:extLst xmlns:a="http://schemas.openxmlformats.org/drawingml/2006/main">
              <a:ext uri="{FF2B5EF4-FFF2-40B4-BE49-F238E27FC236}">
                <a16:creationId xmlns:a16="http://schemas.microsoft.com/office/drawing/2014/main" id="{12B94ACA-F6DB-4748-AF45-0F0D1ACE431E}"/>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الإجازات للفترة التشغيلية القادمة. Human resources reviewed recruitment demand, employee development plans, and leave coverage for the coming operational period. Managers confirmed that position descriptions reflect current responsibilities and that interview records follow the approved retention schedule. The workforce plan balances essential vacancies with training commitments and provides clear ownership</a:t>
            </a:r>
          </a:p>
        </p:txBody>
      </p:sp>
      <p:sp>
        <p:nvSpPr>
          <p:cNvPr id="4" name="">
            <a:extLst xmlns:a="http://schemas.openxmlformats.org/drawingml/2006/main">
              <a:ext uri="{FF2B5EF4-FFF2-40B4-BE49-F238E27FC236}">
                <a16:creationId xmlns:a16="http://schemas.microsoft.com/office/drawing/2014/main" id="{8503EAB7-D41D-44DC-A2D3-1C642656A012}"/>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WTHQ-1154  Part 3 of 4</a:t>
            </a:r>
          </a:p>
        </p:txBody>
      </p:sp>
    </p:spTree>
    <p:extLst>
      <p:ext uri="{BB962C8B-B14F-4D97-AF65-F5344CB8AC3E}">
        <p14:creationId xmlns:p14="http://schemas.microsoft.com/office/powerpoint/2010/main" val="151504859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10CCB40-35F4-48F7-BBB3-920517DA2700}"/>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Workforce Planning Note 4</a:t>
            </a:r>
          </a:p>
        </p:txBody>
      </p:sp>
      <p:sp>
        <p:nvSpPr>
          <p:cNvPr id="2" name="">
            <a:extLst xmlns:a="http://schemas.openxmlformats.org/drawingml/2006/main">
              <a:ext uri="{FF2B5EF4-FFF2-40B4-BE49-F238E27FC236}">
                <a16:creationId xmlns:a16="http://schemas.microsoft.com/office/drawing/2014/main" id="{702FF785-15B5-43E5-ACD2-A07A0DE06036}"/>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‫مذكرة تخطيط القوى العاملة‬</a:t>
            </a:r>
          </a:p>
        </p:txBody>
      </p:sp>
      <p:sp>
        <p:nvSpPr>
          <p:cNvPr id="3" name="">
            <a:extLst xmlns:a="http://schemas.openxmlformats.org/drawingml/2006/main">
              <a:ext uri="{FF2B5EF4-FFF2-40B4-BE49-F238E27FC236}">
                <a16:creationId xmlns:a16="http://schemas.microsoft.com/office/drawing/2014/main" id="{6A9EEE0B-B8A1-4724-9C79-9E97E874DF9D}"/>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for every pending action. Employee records remain restricted to authorized staff, with access reviews scheduled before the next reporting cycle. راجعت الموارد البشرية احتياجات التوظيف وخطط تطوير الموظفين وتغطية الإجازات للفترة التشغيلية القادمة. Human resources The responsible team will retain evidence and review progress. وسيحفظ الفريق المسؤول الأدلة ويراجع التقدم.</a:t>
            </a:r>
          </a:p>
        </p:txBody>
      </p:sp>
      <p:sp>
        <p:nvSpPr>
          <p:cNvPr id="4" name="">
            <a:extLst xmlns:a="http://schemas.openxmlformats.org/drawingml/2006/main">
              <a:ext uri="{FF2B5EF4-FFF2-40B4-BE49-F238E27FC236}">
                <a16:creationId xmlns:a16="http://schemas.microsoft.com/office/drawing/2014/main" id="{2450221A-E750-4DAF-A147-AA53C5156CA9}"/>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WTHQ-1154  Part 4 of 4</a:t>
            </a:r>
          </a:p>
        </p:txBody>
      </p:sp>
    </p:spTree>
    <p:extLst>
      <p:ext uri="{BB962C8B-B14F-4D97-AF65-F5344CB8AC3E}">
        <p14:creationId xmlns:p14="http://schemas.microsoft.com/office/powerpoint/2010/main" val="2650776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2026-09-24T12:44:41.1650000Z</dcterms:created>
  <dcterms:modified xsi:type="dcterms:W3CDTF">2026-09-24T12:44:41.1650000Z</dcterms:modified>
</coreProperties>
</file>