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93b5d4a553b48d8" /><Relationship Type="http://schemas.openxmlformats.org/officeDocument/2006/relationships/extended-properties" Target="/docProps/app.xml" Id="R8e3ca5b1dd304021" /><Relationship Type="http://schemas.openxmlformats.org/officeDocument/2006/relationships/officeDocument" Target="/ppt/presentation.xml" Id="Rc0d7892774784a7d" /></Relationships>
</file>

<file path=ppt/presentation.xml><?xml version="1.0" encoding="utf-8"?>
<p:presentation xmlns:p="http://schemas.openxmlformats.org/presentationml/2006/main">
  <p:sldMasterIdLst>
    <p:sldMasterId xmlns:r="http://schemas.openxmlformats.org/officeDocument/2006/relationships" id="2147483648" r:id="R8901f4a0540f4fb5"/>
  </p:sldMasterIdLst>
  <p:notesMasterIdLst>
    <p:notesMasterId xmlns:r="http://schemas.openxmlformats.org/officeDocument/2006/relationships" r:id="Rdd366f5f2b894094"/>
  </p:notesMasterIdLst>
  <p:sldIdLst>
    <p:sldId xmlns:r="http://schemas.openxmlformats.org/officeDocument/2006/relationships" id="256" r:id="R51f8fc2c2f004aeb"/>
    <p:sldId xmlns:r="http://schemas.openxmlformats.org/officeDocument/2006/relationships" id="257" r:id="R3b7dbeb2b83d4200"/>
    <p:sldId xmlns:r="http://schemas.openxmlformats.org/officeDocument/2006/relationships" id="258" r:id="R218402cd13454ce4"/>
    <p:sldId xmlns:r="http://schemas.openxmlformats.org/officeDocument/2006/relationships" id="259" r:id="R55488693752145f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c421f8a4f14457d" /><Relationship Type="http://schemas.openxmlformats.org/officeDocument/2006/relationships/slideMaster" Target="/ppt/slideMasters/slideMaster1.xml" Id="R8901f4a0540f4fb5" /><Relationship Type="http://schemas.openxmlformats.org/officeDocument/2006/relationships/notesMaster" Target="/ppt/notesMasters/notesMaster1.xml" Id="Rdd366f5f2b894094" /><Relationship Type="http://schemas.openxmlformats.org/officeDocument/2006/relationships/presProps" Target="/ppt/presProps.xml" Id="Rb91b4fa436764d51" /><Relationship Type="http://schemas.openxmlformats.org/officeDocument/2006/relationships/tableStyles" Target="/ppt/tableStyles.xml" Id="Rcdb1010580db4f8e" /><Relationship Type="http://schemas.openxmlformats.org/officeDocument/2006/relationships/slide" Target="/ppt/slides/slide1.xml" Id="R51f8fc2c2f004aeb" /><Relationship Type="http://schemas.openxmlformats.org/officeDocument/2006/relationships/slide" Target="/ppt/slides/slide2.xml" Id="R3b7dbeb2b83d4200" /><Relationship Type="http://schemas.openxmlformats.org/officeDocument/2006/relationships/slide" Target="/ppt/slides/slide3.xml" Id="R218402cd13454ce4" /><Relationship Type="http://schemas.openxmlformats.org/officeDocument/2006/relationships/slide" Target="/ppt/slides/slide4.xml" Id="R55488693752145f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d1581f9cee8417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f48d12821574e92" /><Relationship Type="http://schemas.openxmlformats.org/officeDocument/2006/relationships/notesMaster" Target="/ppt/notesMasters/notesMaster1.xml" Id="R2fc8f1dd693d4376" /></Relationships>
</file>

<file path=ppt/notesSlides/_rels/notesSlide2.xml.rels>&#65279;<?xml version="1.0" encoding="utf-8"?><Relationships xmlns="http://schemas.openxmlformats.org/package/2006/relationships"><Relationship Type="http://schemas.openxmlformats.org/officeDocument/2006/relationships/slide" Target="/ppt/slides/slide2.xml" Id="Re0a78621278c491b" /><Relationship Type="http://schemas.openxmlformats.org/officeDocument/2006/relationships/notesMaster" Target="/ppt/notesMasters/notesMaster1.xml" Id="Rfffee4e48e5445b6" /></Relationships>
</file>

<file path=ppt/notesSlides/_rels/notesSlide3.xml.rels>&#65279;<?xml version="1.0" encoding="utf-8"?><Relationships xmlns="http://schemas.openxmlformats.org/package/2006/relationships"><Relationship Type="http://schemas.openxmlformats.org/officeDocument/2006/relationships/slide" Target="/ppt/slides/slide3.xml" Id="Rcff1cf5a5c7d4404" /><Relationship Type="http://schemas.openxmlformats.org/officeDocument/2006/relationships/notesMaster" Target="/ppt/notesMasters/notesMaster1.xml" Id="R26f46f635bef4072" /></Relationships>
</file>

<file path=ppt/notesSlides/_rels/notesSlide4.xml.rels>&#65279;<?xml version="1.0" encoding="utf-8"?><Relationships xmlns="http://schemas.openxmlformats.org/package/2006/relationships"><Relationship Type="http://schemas.openxmlformats.org/officeDocument/2006/relationships/slide" Target="/ppt/slides/slide4.xml" Id="Raa530fcb66f34923" /><Relationship Type="http://schemas.openxmlformats.org/officeDocument/2006/relationships/notesMaster" Target="/ppt/notesMasters/notesMaster1.xml" Id="Rc59c03600d1a4d2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20745b09531455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1d17cec4555451f" /><Relationship Type="http://schemas.openxmlformats.org/officeDocument/2006/relationships/slideLayout" Target="/ppt/slideLayouts/slideLayout1.xml" Id="Rb9f5b1451943410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9f5b1451943410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df55769900c46b9" /><Relationship Type="http://schemas.openxmlformats.org/officeDocument/2006/relationships/notesSlide" Target="/ppt/notesSlides/notesSlide1.xml" Id="Rdf77b0ef47a4481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cc5c24c10f643ce" /><Relationship Type="http://schemas.openxmlformats.org/officeDocument/2006/relationships/notesSlide" Target="/ppt/notesSlides/notesSlide2.xml" Id="Re267bd162d724d5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5df95083a444cf1" /><Relationship Type="http://schemas.openxmlformats.org/officeDocument/2006/relationships/notesSlide" Target="/ppt/notesSlides/notesSlide3.xml" Id="Rd93147b5c52e4b4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6c01e113eb347e6" /><Relationship Type="http://schemas.openxmlformats.org/officeDocument/2006/relationships/notesSlide" Target="/ppt/notesSlides/notesSlide4.xml" Id="R7b8084f3b1624264"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52EE969-11D6-48B7-9A4E-CD8D272F40F3}"/>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Technology Operations Review 1</a:t>
            </a:r>
          </a:p>
        </p:txBody>
      </p:sp>
      <p:sp>
        <p:nvSpPr>
          <p:cNvPr id="2" name="">
            <a:extLst xmlns:a="http://schemas.openxmlformats.org/drawingml/2006/main">
              <a:ext uri="{FF2B5EF4-FFF2-40B4-BE49-F238E27FC236}">
                <a16:creationId xmlns:a16="http://schemas.microsoft.com/office/drawing/2014/main" id="{30FA11A0-8B1D-46B0-91BB-F6099F307717}"/>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عمليات التقنية‬</a:t>
            </a:r>
          </a:p>
        </p:txBody>
      </p:sp>
      <p:sp>
        <p:nvSpPr>
          <p:cNvPr id="3" name="">
            <a:extLst xmlns:a="http://schemas.openxmlformats.org/drawingml/2006/main">
              <a:ext uri="{FF2B5EF4-FFF2-40B4-BE49-F238E27FC236}">
                <a16:creationId xmlns:a16="http://schemas.microsoft.com/office/drawing/2014/main" id="{8658ABFB-B68E-4AD5-B181-4FCD06509BCF}"/>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Reference wathiqrare1135 uses the uncommon term velleity. وتتضمن المذكرة المصطلح النادر الاستقراء. راجع فريق التقنية حوادث الخدمة ونتائج النسخ الاحتياطي وتغييرات الوصول والصيانة المخططة للأنظمة الأساسية. Engineers documented the cause of recurring alerts and assigned corrective actions with measurable completion criteria. وثق المهندسون سبب التنبيهات المتكررة وأسندوا إجراءات تصحيحية بمعايير</a:t>
            </a:r>
          </a:p>
        </p:txBody>
      </p:sp>
      <p:sp>
        <p:nvSpPr>
          <p:cNvPr id="4" name="">
            <a:extLst xmlns:a="http://schemas.openxmlformats.org/drawingml/2006/main">
              <a:ext uri="{FF2B5EF4-FFF2-40B4-BE49-F238E27FC236}">
                <a16:creationId xmlns:a16="http://schemas.microsoft.com/office/drawing/2014/main" id="{8F858D7D-CEA4-4D4A-9926-343F77B633FD}"/>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WTHQ-1135  Part 1 of 4</a:t>
            </a:r>
          </a:p>
        </p:txBody>
      </p:sp>
    </p:spTree>
    <p:extLst>
      <p:ext uri="{BB962C8B-B14F-4D97-AF65-F5344CB8AC3E}">
        <p14:creationId xmlns:p14="http://schemas.microsoft.com/office/powerpoint/2010/main" val="38235482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867648C-C8EE-40B3-A713-B9153567CBFB}"/>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Technology Operations Review 2</a:t>
            </a:r>
          </a:p>
        </p:txBody>
      </p:sp>
      <p:sp>
        <p:nvSpPr>
          <p:cNvPr id="2" name="">
            <a:extLst xmlns:a="http://schemas.openxmlformats.org/drawingml/2006/main">
              <a:ext uri="{FF2B5EF4-FFF2-40B4-BE49-F238E27FC236}">
                <a16:creationId xmlns:a16="http://schemas.microsoft.com/office/drawing/2014/main" id="{83D1DF31-F3BD-48CF-AD35-CC31E07A777F}"/>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عمليات التقنية‬</a:t>
            </a:r>
          </a:p>
        </p:txBody>
      </p:sp>
      <p:sp>
        <p:nvSpPr>
          <p:cNvPr id="3" name="">
            <a:extLst xmlns:a="http://schemas.openxmlformats.org/drawingml/2006/main">
              <a:ext uri="{FF2B5EF4-FFF2-40B4-BE49-F238E27FC236}">
                <a16:creationId xmlns:a16="http://schemas.microsoft.com/office/drawing/2014/main" id="{8743BC31-23AE-4200-A911-2F8497C9CB78}"/>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إنجاز قابلة للقياس. Security updates will be tested in the controlled environment before deployment to production services. ستختبر التحديثات الأمنية في البيئة المنضبطة قبل نشرها على خدمات الإنتاج. The technology team reviewed service incidents, backup results, access changes, and planned maintenance for core systems. راجع فريق التقنية حوادث الخدمة ونتائج</a:t>
            </a:r>
          </a:p>
        </p:txBody>
      </p:sp>
      <p:sp>
        <p:nvSpPr>
          <p:cNvPr id="4" name="">
            <a:extLst xmlns:a="http://schemas.openxmlformats.org/drawingml/2006/main">
              <a:ext uri="{FF2B5EF4-FFF2-40B4-BE49-F238E27FC236}">
                <a16:creationId xmlns:a16="http://schemas.microsoft.com/office/drawing/2014/main" id="{9C39D08D-94E0-4F9A-8E9C-8361160EC3B6}"/>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WTHQ-1135  Part 2 of 4</a:t>
            </a:r>
          </a:p>
        </p:txBody>
      </p:sp>
    </p:spTree>
    <p:extLst>
      <p:ext uri="{BB962C8B-B14F-4D97-AF65-F5344CB8AC3E}">
        <p14:creationId xmlns:p14="http://schemas.microsoft.com/office/powerpoint/2010/main" val="175380602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1223586-CD4D-4F12-896C-74024A2F5C3D}"/>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Technology Operations Review 3</a:t>
            </a:r>
          </a:p>
        </p:txBody>
      </p:sp>
      <p:sp>
        <p:nvSpPr>
          <p:cNvPr id="2" name="">
            <a:extLst xmlns:a="http://schemas.openxmlformats.org/drawingml/2006/main">
              <a:ext uri="{FF2B5EF4-FFF2-40B4-BE49-F238E27FC236}">
                <a16:creationId xmlns:a16="http://schemas.microsoft.com/office/drawing/2014/main" id="{59F9702A-2B09-41BB-B07C-9E6DF57A9113}"/>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عمليات التقنية‬</a:t>
            </a:r>
          </a:p>
        </p:txBody>
      </p:sp>
      <p:sp>
        <p:nvSpPr>
          <p:cNvPr id="3" name="">
            <a:extLst xmlns:a="http://schemas.openxmlformats.org/drawingml/2006/main">
              <a:ext uri="{FF2B5EF4-FFF2-40B4-BE49-F238E27FC236}">
                <a16:creationId xmlns:a16="http://schemas.microsoft.com/office/drawing/2014/main" id="{A3EA3136-2D1D-4CC0-85B0-DA0C9D8EF30A}"/>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النسخ الاحتياطي وتغييرات الوصول والصيانة المخططة للأنظمة الأساسية. Engineers documented the cause of recurring alerts and assigned corrective actions with measurable completion criteria. وثق المهندسون سبب التنبيهات المتكررة وأسندوا إجراءات تصحيحية بمعايير إنجاز قابلة للقياس. Security updates will be tested in the controlled environment before deployment to production services. ستختبر</a:t>
            </a:r>
          </a:p>
        </p:txBody>
      </p:sp>
      <p:sp>
        <p:nvSpPr>
          <p:cNvPr id="4" name="">
            <a:extLst xmlns:a="http://schemas.openxmlformats.org/drawingml/2006/main">
              <a:ext uri="{FF2B5EF4-FFF2-40B4-BE49-F238E27FC236}">
                <a16:creationId xmlns:a16="http://schemas.microsoft.com/office/drawing/2014/main" id="{B3FB7D1B-FE43-4A2D-8A6A-AF64AB530E67}"/>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WTHQ-1135  Part 3 of 4</a:t>
            </a:r>
          </a:p>
        </p:txBody>
      </p:sp>
    </p:spTree>
    <p:extLst>
      <p:ext uri="{BB962C8B-B14F-4D97-AF65-F5344CB8AC3E}">
        <p14:creationId xmlns:p14="http://schemas.microsoft.com/office/powerpoint/2010/main" val="133447664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8A17756-FB1A-47E7-8F97-1032DD98378E}"/>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Technology Operations Review 4</a:t>
            </a:r>
          </a:p>
        </p:txBody>
      </p:sp>
      <p:sp>
        <p:nvSpPr>
          <p:cNvPr id="2" name="">
            <a:extLst xmlns:a="http://schemas.openxmlformats.org/drawingml/2006/main">
              <a:ext uri="{FF2B5EF4-FFF2-40B4-BE49-F238E27FC236}">
                <a16:creationId xmlns:a16="http://schemas.microsoft.com/office/drawing/2014/main" id="{2FA79889-3F9A-43D8-AD49-D301A12B089C}"/>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عمليات التقنية‬</a:t>
            </a:r>
          </a:p>
        </p:txBody>
      </p:sp>
      <p:sp>
        <p:nvSpPr>
          <p:cNvPr id="3" name="">
            <a:extLst xmlns:a="http://schemas.openxmlformats.org/drawingml/2006/main">
              <a:ext uri="{FF2B5EF4-FFF2-40B4-BE49-F238E27FC236}">
                <a16:creationId xmlns:a16="http://schemas.microsoft.com/office/drawing/2014/main" id="{6141FFE2-9432-49E5-B5C8-9D505462AAB0}"/>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التحديثات الأمنية في البيئة المنضبطة قبل نشرها على خدمات الإنتاج. The technology team reviewed service incidents, backup results, access changes, and planned maintenance for core systems. راجع فريق التقنية حوادث الخدمة ونتائج النسخ الاحتياطي وتغييرات The responsible team will retain evidence and review progress. وسيحفظ الفريق المسؤول الأدلة ويراجع التقدم.</a:t>
            </a:r>
          </a:p>
        </p:txBody>
      </p:sp>
      <p:sp>
        <p:nvSpPr>
          <p:cNvPr id="4" name="">
            <a:extLst xmlns:a="http://schemas.openxmlformats.org/drawingml/2006/main">
              <a:ext uri="{FF2B5EF4-FFF2-40B4-BE49-F238E27FC236}">
                <a16:creationId xmlns:a16="http://schemas.microsoft.com/office/drawing/2014/main" id="{6CC89BED-14FC-4AA9-9FE3-220507AF8BD5}"/>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WTHQ-1135  Part 4 of 4</a:t>
            </a:r>
          </a:p>
        </p:txBody>
      </p:sp>
    </p:spTree>
    <p:extLst>
      <p:ext uri="{BB962C8B-B14F-4D97-AF65-F5344CB8AC3E}">
        <p14:creationId xmlns:p14="http://schemas.microsoft.com/office/powerpoint/2010/main" val="6047685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2026-09-24T12:44:13.3380000Z</dcterms:created>
  <dcterms:modified xsi:type="dcterms:W3CDTF">2026-09-24T12:44:13.3380000Z</dcterms:modified>
</coreProperties>
</file>