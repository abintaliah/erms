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35f7b73e084c8e" /><Relationship Type="http://schemas.openxmlformats.org/officeDocument/2006/relationships/extended-properties" Target="/docProps/app.xml" Id="R12ace45889674a9f" /><Relationship Type="http://schemas.openxmlformats.org/officeDocument/2006/relationships/officeDocument" Target="/ppt/presentation.xml" Id="Rb50c7db6eed64cbc" /></Relationships>
</file>

<file path=ppt/presentation.xml><?xml version="1.0" encoding="utf-8"?>
<p:presentation xmlns:p="http://schemas.openxmlformats.org/presentationml/2006/main">
  <p:sldMasterIdLst>
    <p:sldMasterId xmlns:r="http://schemas.openxmlformats.org/officeDocument/2006/relationships" id="2147483648" r:id="R0ef4a1fcefd440c1"/>
  </p:sldMasterIdLst>
  <p:notesMasterIdLst>
    <p:notesMasterId xmlns:r="http://schemas.openxmlformats.org/officeDocument/2006/relationships" r:id="R7fb874c764b347c4"/>
  </p:notesMasterIdLst>
  <p:sldIdLst>
    <p:sldId xmlns:r="http://schemas.openxmlformats.org/officeDocument/2006/relationships" id="256" r:id="Rac7735e726fe4c4c"/>
    <p:sldId xmlns:r="http://schemas.openxmlformats.org/officeDocument/2006/relationships" id="257" r:id="Rb47bae0992eb4236"/>
    <p:sldId xmlns:r="http://schemas.openxmlformats.org/officeDocument/2006/relationships" id="258" r:id="R15b61b8878e04b83"/>
    <p:sldId xmlns:r="http://schemas.openxmlformats.org/officeDocument/2006/relationships" id="259" r:id="R89ada30693ce46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c9330925264452" /><Relationship Type="http://schemas.openxmlformats.org/officeDocument/2006/relationships/slideMaster" Target="/ppt/slideMasters/slideMaster1.xml" Id="R0ef4a1fcefd440c1" /><Relationship Type="http://schemas.openxmlformats.org/officeDocument/2006/relationships/notesMaster" Target="/ppt/notesMasters/notesMaster1.xml" Id="R7fb874c764b347c4" /><Relationship Type="http://schemas.openxmlformats.org/officeDocument/2006/relationships/presProps" Target="/ppt/presProps.xml" Id="R9d69fad98cdd423b" /><Relationship Type="http://schemas.openxmlformats.org/officeDocument/2006/relationships/tableStyles" Target="/ppt/tableStyles.xml" Id="Rbf73f9ff03044a99" /><Relationship Type="http://schemas.openxmlformats.org/officeDocument/2006/relationships/slide" Target="/ppt/slides/slide1.xml" Id="Rac7735e726fe4c4c" /><Relationship Type="http://schemas.openxmlformats.org/officeDocument/2006/relationships/slide" Target="/ppt/slides/slide2.xml" Id="Rb47bae0992eb4236" /><Relationship Type="http://schemas.openxmlformats.org/officeDocument/2006/relationships/slide" Target="/ppt/slides/slide3.xml" Id="R15b61b8878e04b83" /><Relationship Type="http://schemas.openxmlformats.org/officeDocument/2006/relationships/slide" Target="/ppt/slides/slide4.xml" Id="R89ada30693ce46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62d686194a47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5746d457834512" /><Relationship Type="http://schemas.openxmlformats.org/officeDocument/2006/relationships/notesMaster" Target="/ppt/notesMasters/notesMaster1.xml" Id="Rb55fcedcd81449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0662cc2db54239" /><Relationship Type="http://schemas.openxmlformats.org/officeDocument/2006/relationships/notesMaster" Target="/ppt/notesMasters/notesMaster1.xml" Id="Rbbf3ed9ce7e54a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fc76843e33431a" /><Relationship Type="http://schemas.openxmlformats.org/officeDocument/2006/relationships/notesMaster" Target="/ppt/notesMasters/notesMaster1.xml" Id="R4ab80c6772384f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bb2fd37ccf4833" /><Relationship Type="http://schemas.openxmlformats.org/officeDocument/2006/relationships/notesMaster" Target="/ppt/notesMasters/notesMaster1.xml" Id="R4f04be6e8c9447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eb755a3c254b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639e629abc48ef" /><Relationship Type="http://schemas.openxmlformats.org/officeDocument/2006/relationships/slideLayout" Target="/ppt/slideLayouts/slideLayout1.xml" Id="Re4536ae479a742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536ae479a742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8dfe539df44a7f" /><Relationship Type="http://schemas.openxmlformats.org/officeDocument/2006/relationships/notesSlide" Target="/ppt/notesSlides/notesSlide1.xml" Id="Rfbc2b2a87ac441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1642eff1a541b4" /><Relationship Type="http://schemas.openxmlformats.org/officeDocument/2006/relationships/notesSlide" Target="/ppt/notesSlides/notesSlide2.xml" Id="R19d7670dc2c340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0b2a11109c40e4" /><Relationship Type="http://schemas.openxmlformats.org/officeDocument/2006/relationships/notesSlide" Target="/ppt/notesSlides/notesSlide3.xml" Id="Rc334a5cb127043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9f42ea8a394cbe" /><Relationship Type="http://schemas.openxmlformats.org/officeDocument/2006/relationships/notesSlide" Target="/ppt/notesSlides/notesSlide4.xml" Id="Rce97e24c15e94f6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1FD706-D6F7-4E08-BDB7-8095B6D0436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1</a:t>
            </a:r>
          </a:p>
        </p:txBody>
      </p:sp>
      <p:sp>
        <p:nvSpPr>
          <p:cNvPr id="2" name="">
            <a:extLst xmlns:a="http://schemas.openxmlformats.org/drawingml/2006/main">
              <a:ext uri="{FF2B5EF4-FFF2-40B4-BE49-F238E27FC236}">
                <a16:creationId xmlns:a16="http://schemas.microsoft.com/office/drawing/2014/main" id="{19464880-EA96-4926-9409-1610CA32E87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C93E7AEB-AD96-4345-BC28-814EB204F13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wathiqrare1143 uses the uncommon term syzygy. وتتضمن المذكرة المصطلح النادر الاستدامة. تميز لوحات التشغيل أثر المستخدم عن التحذيرات الداخلية وتحفظ الأدلة للتحليل اللاحق. The technology team reviewed service incidents, backup results, access changes, and planned maintenance for core systems. راجع فريق التقنية حوادث الخدمة ونتائج النسخ الاحتياطي وتغييرات الوصول</a:t>
            </a:r>
          </a:p>
        </p:txBody>
      </p:sp>
      <p:sp>
        <p:nvSpPr>
          <p:cNvPr id="4" name="">
            <a:extLst xmlns:a="http://schemas.openxmlformats.org/drawingml/2006/main">
              <a:ext uri="{FF2B5EF4-FFF2-40B4-BE49-F238E27FC236}">
                <a16:creationId xmlns:a16="http://schemas.microsoft.com/office/drawing/2014/main" id="{CDE592DD-C3D4-4B11-ACA6-200242CDB89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WTHQ-1143  Part 1 of 4</a:t>
            </a:r>
          </a:p>
        </p:txBody>
      </p:sp>
    </p:spTree>
    <p:extLst>
      <p:ext uri="{BB962C8B-B14F-4D97-AF65-F5344CB8AC3E}">
        <p14:creationId xmlns:p14="http://schemas.microsoft.com/office/powerpoint/2010/main" val="15200463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9EA0C7-82C0-491B-AD25-E836B9F1828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2</a:t>
            </a:r>
          </a:p>
        </p:txBody>
      </p:sp>
      <p:sp>
        <p:nvSpPr>
          <p:cNvPr id="2" name="">
            <a:extLst xmlns:a="http://schemas.openxmlformats.org/drawingml/2006/main">
              <a:ext uri="{FF2B5EF4-FFF2-40B4-BE49-F238E27FC236}">
                <a16:creationId xmlns:a16="http://schemas.microsoft.com/office/drawing/2014/main" id="{25FCFBE1-28A4-4D9F-B111-DA7C0CF5A5D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55788348-D97E-485B-9F64-78FE8FB45ED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والصيانة المخططة للأنظمة الأساسية. وثق المهندسون سبب التنبيهات المتكررة وأسندوا إجراءات تصحيحية بمعايير إنجاز قابلة للقياس. ستختبر التحديثات الأمنية في البيئة المنضبطة قبل نشرها على خدمات الإنتاج. تميز لوحات التشغيل أثر المستخدم عن التحذيرات الداخلية وتحفظ الأدلة للتحليل اللاحق. The technology team reviewed service incidents, backup results, access changes, and</a:t>
            </a:r>
          </a:p>
        </p:txBody>
      </p:sp>
      <p:sp>
        <p:nvSpPr>
          <p:cNvPr id="4" name="">
            <a:extLst xmlns:a="http://schemas.openxmlformats.org/drawingml/2006/main">
              <a:ext uri="{FF2B5EF4-FFF2-40B4-BE49-F238E27FC236}">
                <a16:creationId xmlns:a16="http://schemas.microsoft.com/office/drawing/2014/main" id="{E8AB41F6-5061-4DDA-BFF7-457AD470468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WTHQ-1143  Part 2 of 4</a:t>
            </a:r>
          </a:p>
        </p:txBody>
      </p:sp>
    </p:spTree>
    <p:extLst>
      <p:ext uri="{BB962C8B-B14F-4D97-AF65-F5344CB8AC3E}">
        <p14:creationId xmlns:p14="http://schemas.microsoft.com/office/powerpoint/2010/main" val="14115442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75450D-23D3-42D6-83B6-ECC4929F036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3</a:t>
            </a:r>
          </a:p>
        </p:txBody>
      </p:sp>
      <p:sp>
        <p:nvSpPr>
          <p:cNvPr id="2" name="">
            <a:extLst xmlns:a="http://schemas.openxmlformats.org/drawingml/2006/main">
              <a:ext uri="{FF2B5EF4-FFF2-40B4-BE49-F238E27FC236}">
                <a16:creationId xmlns:a16="http://schemas.microsoft.com/office/drawing/2014/main" id="{D74B20B0-345D-4A50-9E08-6377F90A31D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E87B1DB0-AD1E-425D-9C0A-D22422F049D2}"/>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planned maintenance for core systems. راجع فريق التقنية حوادث الخدمة ونتائج النسخ الاحتياطي وتغييرات الوصول والصيانة المخططة للأنظمة الأساسية. وثق المهندسون سبب التنبيهات المتكررة وأسندوا إجراءات تصحيحية بمعايير إنجاز قابلة للقياس. ستختبر التحديثات الأمنية في البيئة المنضبطة قبل نشرها على خدمات الإنتاج. تميز لوحات التشغيل أثر المستخدم عن التحذيرات الداخلية</a:t>
            </a:r>
          </a:p>
        </p:txBody>
      </p:sp>
      <p:sp>
        <p:nvSpPr>
          <p:cNvPr id="4" name="">
            <a:extLst xmlns:a="http://schemas.openxmlformats.org/drawingml/2006/main">
              <a:ext uri="{FF2B5EF4-FFF2-40B4-BE49-F238E27FC236}">
                <a16:creationId xmlns:a16="http://schemas.microsoft.com/office/drawing/2014/main" id="{E29F11FC-86AC-436C-AD20-58143B4A8D9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WTHQ-1143  Part 3 of 4</a:t>
            </a:r>
          </a:p>
        </p:txBody>
      </p:sp>
    </p:spTree>
    <p:extLst>
      <p:ext uri="{BB962C8B-B14F-4D97-AF65-F5344CB8AC3E}">
        <p14:creationId xmlns:p14="http://schemas.microsoft.com/office/powerpoint/2010/main" val="16812400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15DADF-A683-428A-B12E-865E15D0043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4</a:t>
            </a:r>
          </a:p>
        </p:txBody>
      </p:sp>
      <p:sp>
        <p:nvSpPr>
          <p:cNvPr id="2" name="">
            <a:extLst xmlns:a="http://schemas.openxmlformats.org/drawingml/2006/main">
              <a:ext uri="{FF2B5EF4-FFF2-40B4-BE49-F238E27FC236}">
                <a16:creationId xmlns:a16="http://schemas.microsoft.com/office/drawing/2014/main" id="{659E5D09-F9A6-43FF-B241-924F5D3ABFA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D7DFF2CF-955E-4E29-83D5-955FC60A428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وتحفظ الأدلة للتحليل اللاحق. The technology team reviewed service incidents, backup results, access changes, and planned maintenance for core systems. راجع فريق التقنية حوادث الخدمة ونتائج النسخ الاحتياطي وتغييرات الوصول والصيانة المخططة للأنظمة الأساسية. وثق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909C6D90-A3D6-42E2-82F4-421AECCACB6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WTHQ-1143  Part 4 of 4</a:t>
            </a:r>
          </a:p>
        </p:txBody>
      </p:sp>
    </p:spTree>
    <p:extLst>
      <p:ext uri="{BB962C8B-B14F-4D97-AF65-F5344CB8AC3E}">
        <p14:creationId xmlns:p14="http://schemas.microsoft.com/office/powerpoint/2010/main" val="18078806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2026-09-24T12:44:25.4930000Z</dcterms:created>
  <dcterms:modified xsi:type="dcterms:W3CDTF">2026-09-24T12:44:25.4930000Z</dcterms:modified>
</coreProperties>
</file>