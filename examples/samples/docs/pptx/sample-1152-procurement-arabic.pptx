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0b62761b4d4631" /><Relationship Type="http://schemas.openxmlformats.org/officeDocument/2006/relationships/extended-properties" Target="/docProps/app.xml" Id="R4b1fd389b75e4b85" /><Relationship Type="http://schemas.openxmlformats.org/officeDocument/2006/relationships/officeDocument" Target="/ppt/presentation.xml" Id="Rf25110de51b14266" /></Relationships>
</file>

<file path=ppt/presentation.xml><?xml version="1.0" encoding="utf-8"?>
<p:presentation xmlns:p="http://schemas.openxmlformats.org/presentationml/2006/main">
  <p:sldMasterIdLst>
    <p:sldMasterId xmlns:r="http://schemas.openxmlformats.org/officeDocument/2006/relationships" id="2147483648" r:id="Ra44348081b5a4b60"/>
  </p:sldMasterIdLst>
  <p:notesMasterIdLst>
    <p:notesMasterId xmlns:r="http://schemas.openxmlformats.org/officeDocument/2006/relationships" r:id="R3098e70a081946a0"/>
  </p:notesMasterIdLst>
  <p:sldIdLst>
    <p:sldId xmlns:r="http://schemas.openxmlformats.org/officeDocument/2006/relationships" id="256" r:id="Rc8aaf34c82d64ab7"/>
    <p:sldId xmlns:r="http://schemas.openxmlformats.org/officeDocument/2006/relationships" id="257" r:id="Raefc0c47394345a9"/>
    <p:sldId xmlns:r="http://schemas.openxmlformats.org/officeDocument/2006/relationships" id="258" r:id="Ra5c6190a9f0a4bb1"/>
    <p:sldId xmlns:r="http://schemas.openxmlformats.org/officeDocument/2006/relationships" id="259" r:id="Racc07274f76949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cbe5dd21614531" /><Relationship Type="http://schemas.openxmlformats.org/officeDocument/2006/relationships/slideMaster" Target="/ppt/slideMasters/slideMaster1.xml" Id="Ra44348081b5a4b60" /><Relationship Type="http://schemas.openxmlformats.org/officeDocument/2006/relationships/notesMaster" Target="/ppt/notesMasters/notesMaster1.xml" Id="R3098e70a081946a0" /><Relationship Type="http://schemas.openxmlformats.org/officeDocument/2006/relationships/presProps" Target="/ppt/presProps.xml" Id="Rb2dd6ae362724fb5" /><Relationship Type="http://schemas.openxmlformats.org/officeDocument/2006/relationships/tableStyles" Target="/ppt/tableStyles.xml" Id="Rbbfe96073152484f" /><Relationship Type="http://schemas.openxmlformats.org/officeDocument/2006/relationships/slide" Target="/ppt/slides/slide1.xml" Id="Rc8aaf34c82d64ab7" /><Relationship Type="http://schemas.openxmlformats.org/officeDocument/2006/relationships/slide" Target="/ppt/slides/slide2.xml" Id="Raefc0c47394345a9" /><Relationship Type="http://schemas.openxmlformats.org/officeDocument/2006/relationships/slide" Target="/ppt/slides/slide3.xml" Id="Ra5c6190a9f0a4bb1" /><Relationship Type="http://schemas.openxmlformats.org/officeDocument/2006/relationships/slide" Target="/ppt/slides/slide4.xml" Id="Racc07274f76949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c4c8f231ce4d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518d9b7e494d46" /><Relationship Type="http://schemas.openxmlformats.org/officeDocument/2006/relationships/notesMaster" Target="/ppt/notesMasters/notesMaster1.xml" Id="Rd4eb7bfda29846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dedc91148840cd" /><Relationship Type="http://schemas.openxmlformats.org/officeDocument/2006/relationships/notesMaster" Target="/ppt/notesMasters/notesMaster1.xml" Id="R302693e10cc048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5192d0d4724363" /><Relationship Type="http://schemas.openxmlformats.org/officeDocument/2006/relationships/notesMaster" Target="/ppt/notesMasters/notesMaster1.xml" Id="R17ddf5243f914c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28e8e22bb943ba" /><Relationship Type="http://schemas.openxmlformats.org/officeDocument/2006/relationships/notesMaster" Target="/ppt/notesMasters/notesMaster1.xml" Id="R04ebf9a195ed4a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844592a5264c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d43b406b4f4001" /><Relationship Type="http://schemas.openxmlformats.org/officeDocument/2006/relationships/slideLayout" Target="/ppt/slideLayouts/slideLayout1.xml" Id="Rcd455443f43b46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455443f43b46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0080742f1bd4dd9" /><Relationship Type="http://schemas.openxmlformats.org/officeDocument/2006/relationships/notesSlide" Target="/ppt/notesSlides/notesSlide1.xml" Id="R302816ce81444c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b73f3ee023a41a2" /><Relationship Type="http://schemas.openxmlformats.org/officeDocument/2006/relationships/notesSlide" Target="/ppt/notesSlides/notesSlide2.xml" Id="R565335e0740d46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4dc9a328f74daa" /><Relationship Type="http://schemas.openxmlformats.org/officeDocument/2006/relationships/notesSlide" Target="/ppt/notesSlides/notesSlide3.xml" Id="R1e36f1e07bcd40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f37040ddab4ed1" /><Relationship Type="http://schemas.openxmlformats.org/officeDocument/2006/relationships/notesSlide" Target="/ppt/notesSlides/notesSlide4.xml" Id="R0823801182484a4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0AFE816-43B3-438D-8642-9856186E4498}"/>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Procurement Planning Note 1</a:t>
            </a:r>
          </a:p>
        </p:txBody>
      </p:sp>
      <p:sp>
        <p:nvSpPr>
          <p:cNvPr id="2" name="">
            <a:extLst xmlns:a="http://schemas.openxmlformats.org/drawingml/2006/main">
              <a:ext uri="{FF2B5EF4-FFF2-40B4-BE49-F238E27FC236}">
                <a16:creationId xmlns:a16="http://schemas.microsoft.com/office/drawing/2014/main" id="{75BC18EE-2B84-46DA-BB5B-8A7C1DC7C05A}"/>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المشتريات‬</a:t>
            </a:r>
          </a:p>
        </p:txBody>
      </p:sp>
      <p:sp>
        <p:nvSpPr>
          <p:cNvPr id="3" name="">
            <a:extLst xmlns:a="http://schemas.openxmlformats.org/drawingml/2006/main">
              <a:ext uri="{FF2B5EF4-FFF2-40B4-BE49-F238E27FC236}">
                <a16:creationId xmlns:a16="http://schemas.microsoft.com/office/drawing/2014/main" id="{19E5E641-9F50-4821-8338-1902DF703F84}"/>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wathiqrare1152 uses the uncommon term zeugma. وتتضمن المذكرة المصطلح النادر التبويب. سيراقب مسؤولو العقود تواريخ التسليم ويعالجون الاختلافات قبل قبول الفواتير للدفع. تجمع الخطة المحدثة الطلبات المرتبطة عندما يحسن الدمج القيمة دون إضعاف المساءلة التشغيلية. The procurement team reviewed purchase requests, evaluation records, contract dates, and supplier performance information.</a:t>
            </a:r>
          </a:p>
        </p:txBody>
      </p:sp>
      <p:sp>
        <p:nvSpPr>
          <p:cNvPr id="4" name="">
            <a:extLst xmlns:a="http://schemas.openxmlformats.org/drawingml/2006/main">
              <a:ext uri="{FF2B5EF4-FFF2-40B4-BE49-F238E27FC236}">
                <a16:creationId xmlns:a16="http://schemas.microsoft.com/office/drawing/2014/main" id="{3A2AAEE1-A12B-4E37-9820-226F1263F67B}"/>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WTHQ-1152  Part 1 of 4</a:t>
            </a:r>
          </a:p>
        </p:txBody>
      </p:sp>
    </p:spTree>
    <p:extLst>
      <p:ext uri="{BB962C8B-B14F-4D97-AF65-F5344CB8AC3E}">
        <p14:creationId xmlns:p14="http://schemas.microsoft.com/office/powerpoint/2010/main" val="16768603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780EE73-F91E-4607-B28A-9701C935F27B}"/>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Procurement Planning Note 2</a:t>
            </a:r>
          </a:p>
        </p:txBody>
      </p:sp>
      <p:sp>
        <p:nvSpPr>
          <p:cNvPr id="2" name="">
            <a:extLst xmlns:a="http://schemas.openxmlformats.org/drawingml/2006/main">
              <a:ext uri="{FF2B5EF4-FFF2-40B4-BE49-F238E27FC236}">
                <a16:creationId xmlns:a16="http://schemas.microsoft.com/office/drawing/2014/main" id="{D7EDDE3E-3F18-4624-AB88-99533958D281}"/>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المشتريات‬</a:t>
            </a:r>
          </a:p>
        </p:txBody>
      </p:sp>
      <p:sp>
        <p:nvSpPr>
          <p:cNvPr id="3" name="">
            <a:extLst xmlns:a="http://schemas.openxmlformats.org/drawingml/2006/main">
              <a:ext uri="{FF2B5EF4-FFF2-40B4-BE49-F238E27FC236}">
                <a16:creationId xmlns:a16="http://schemas.microsoft.com/office/drawing/2014/main" id="{FDEAA16C-065D-46B4-8698-F23255B4E4AB}"/>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راجع فريق المشتريات طلبات الشراء وسجلات التقييم وتواريخ العقود ومعلومات أداء الموردين. يجب أن يحتفظ كل قرار توريد بالمواصفات المعتمدة وأدلة التقييم ومسار التفويض الموثق. سيراقب مسؤولو العقود تواريخ التسليم ويعالجون الاختلافات قبل قبول الفواتير للدفع. تجمع الخطة المحدثة الطلبات المرتبطة عندما يحسن الدمج القيمة دون إضعاف المساءلة التشغيلية. The</a:t>
            </a:r>
          </a:p>
        </p:txBody>
      </p:sp>
      <p:sp>
        <p:nvSpPr>
          <p:cNvPr id="4" name="">
            <a:extLst xmlns:a="http://schemas.openxmlformats.org/drawingml/2006/main">
              <a:ext uri="{FF2B5EF4-FFF2-40B4-BE49-F238E27FC236}">
                <a16:creationId xmlns:a16="http://schemas.microsoft.com/office/drawing/2014/main" id="{13AFA8F7-575A-4674-BC7F-77A5A3A8077F}"/>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WTHQ-1152  Part 2 of 4</a:t>
            </a:r>
          </a:p>
        </p:txBody>
      </p:sp>
    </p:spTree>
    <p:extLst>
      <p:ext uri="{BB962C8B-B14F-4D97-AF65-F5344CB8AC3E}">
        <p14:creationId xmlns:p14="http://schemas.microsoft.com/office/powerpoint/2010/main" val="121826323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988876C-9CC0-4944-B274-8258D0323AD5}"/>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Procurement Planning Note 3</a:t>
            </a:r>
          </a:p>
        </p:txBody>
      </p:sp>
      <p:sp>
        <p:nvSpPr>
          <p:cNvPr id="2" name="">
            <a:extLst xmlns:a="http://schemas.openxmlformats.org/drawingml/2006/main">
              <a:ext uri="{FF2B5EF4-FFF2-40B4-BE49-F238E27FC236}">
                <a16:creationId xmlns:a16="http://schemas.microsoft.com/office/drawing/2014/main" id="{7349EC9C-8790-45EC-AD77-507128D38D77}"/>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المشتريات‬</a:t>
            </a:r>
          </a:p>
        </p:txBody>
      </p:sp>
      <p:sp>
        <p:nvSpPr>
          <p:cNvPr id="3" name="">
            <a:extLst xmlns:a="http://schemas.openxmlformats.org/drawingml/2006/main">
              <a:ext uri="{FF2B5EF4-FFF2-40B4-BE49-F238E27FC236}">
                <a16:creationId xmlns:a16="http://schemas.microsoft.com/office/drawing/2014/main" id="{5ED60EBB-08B4-4D99-A784-A1A5E3DBE68B}"/>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procurement team reviewed purchase requests, evaluation records, contract dates, and supplier performance information. راجع فريق المشتريات طلبات الشراء وسجلات التقييم وتواريخ العقود ومعلومات أداء الموردين. يجب أن يحتفظ كل قرار توريد بالمواصفات المعتمدة وأدلة التقييم ومسار التفويض الموثق. سيراقب مسؤولو العقود تواريخ التسليم ويعالجون الاختلافات قبل قبول الفواتير للدفع. تجمع</a:t>
            </a:r>
          </a:p>
        </p:txBody>
      </p:sp>
      <p:sp>
        <p:nvSpPr>
          <p:cNvPr id="4" name="">
            <a:extLst xmlns:a="http://schemas.openxmlformats.org/drawingml/2006/main">
              <a:ext uri="{FF2B5EF4-FFF2-40B4-BE49-F238E27FC236}">
                <a16:creationId xmlns:a16="http://schemas.microsoft.com/office/drawing/2014/main" id="{33F15B35-314F-43A0-BAFC-BBB3C8022225}"/>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WTHQ-1152  Part 3 of 4</a:t>
            </a:r>
          </a:p>
        </p:txBody>
      </p:sp>
    </p:spTree>
    <p:extLst>
      <p:ext uri="{BB962C8B-B14F-4D97-AF65-F5344CB8AC3E}">
        <p14:creationId xmlns:p14="http://schemas.microsoft.com/office/powerpoint/2010/main" val="14597352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E945574-7B10-4807-A874-A04F0C481863}"/>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Procurement Planning Note 4</a:t>
            </a:r>
          </a:p>
        </p:txBody>
      </p:sp>
      <p:sp>
        <p:nvSpPr>
          <p:cNvPr id="2" name="">
            <a:extLst xmlns:a="http://schemas.openxmlformats.org/drawingml/2006/main">
              <a:ext uri="{FF2B5EF4-FFF2-40B4-BE49-F238E27FC236}">
                <a16:creationId xmlns:a16="http://schemas.microsoft.com/office/drawing/2014/main" id="{81C3A45C-394A-4A2C-8BE0-076026FFC5EE}"/>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المشتريات‬</a:t>
            </a:r>
          </a:p>
        </p:txBody>
      </p:sp>
      <p:sp>
        <p:nvSpPr>
          <p:cNvPr id="3" name="">
            <a:extLst xmlns:a="http://schemas.openxmlformats.org/drawingml/2006/main">
              <a:ext uri="{FF2B5EF4-FFF2-40B4-BE49-F238E27FC236}">
                <a16:creationId xmlns:a16="http://schemas.microsoft.com/office/drawing/2014/main" id="{E220A00B-580C-4193-83FB-BCEE7410AD59}"/>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الخطة المحدثة الطلبات المرتبطة عندما يحسن الدمج القيمة دون إضعاف المساءلة التشغيلية. The procurement team reviewed purchase requests, evaluation records, contract dates, and supplier performance information. راجع فريق المشتريات طلبات الشراء وسجلات التقييم وتواريخ العقود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C6132925-3213-421D-BD67-1B49E8C65FAD}"/>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WTHQ-1152  Part 4 of 4</a:t>
            </a:r>
          </a:p>
        </p:txBody>
      </p:sp>
    </p:spTree>
    <p:extLst>
      <p:ext uri="{BB962C8B-B14F-4D97-AF65-F5344CB8AC3E}">
        <p14:creationId xmlns:p14="http://schemas.microsoft.com/office/powerpoint/2010/main" val="8615765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2026-09-24T12:44:38.3200000Z</dcterms:created>
  <dcterms:modified xsi:type="dcterms:W3CDTF">2026-09-24T12:44:38.3200000Z</dcterms:modified>
</coreProperties>
</file>