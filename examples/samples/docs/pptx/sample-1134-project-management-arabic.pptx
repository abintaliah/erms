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ccd7d0bfa14731" /><Relationship Type="http://schemas.openxmlformats.org/officeDocument/2006/relationships/extended-properties" Target="/docProps/app.xml" Id="R9e82e14f7bff4656" /><Relationship Type="http://schemas.openxmlformats.org/officeDocument/2006/relationships/officeDocument" Target="/ppt/presentation.xml" Id="R49cd3a9475f4470e" /></Relationships>
</file>

<file path=ppt/presentation.xml><?xml version="1.0" encoding="utf-8"?>
<p:presentation xmlns:p="http://schemas.openxmlformats.org/presentationml/2006/main">
  <p:sldMasterIdLst>
    <p:sldMasterId xmlns:r="http://schemas.openxmlformats.org/officeDocument/2006/relationships" id="2147483648" r:id="Rad80c6ac55724e4c"/>
  </p:sldMasterIdLst>
  <p:notesMasterIdLst>
    <p:notesMasterId xmlns:r="http://schemas.openxmlformats.org/officeDocument/2006/relationships" r:id="Rfea31eee548c4d87"/>
  </p:notesMasterIdLst>
  <p:sldIdLst>
    <p:sldId xmlns:r="http://schemas.openxmlformats.org/officeDocument/2006/relationships" id="256" r:id="R2245d6ea689b4a8b"/>
    <p:sldId xmlns:r="http://schemas.openxmlformats.org/officeDocument/2006/relationships" id="257" r:id="Rd56281a2a2bd4e37"/>
    <p:sldId xmlns:r="http://schemas.openxmlformats.org/officeDocument/2006/relationships" id="258" r:id="R82f2586a84094e64"/>
    <p:sldId xmlns:r="http://schemas.openxmlformats.org/officeDocument/2006/relationships" id="259" r:id="R807a7fa52fc94d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572b2950d84d59" /><Relationship Type="http://schemas.openxmlformats.org/officeDocument/2006/relationships/slideMaster" Target="/ppt/slideMasters/slideMaster1.xml" Id="Rad80c6ac55724e4c" /><Relationship Type="http://schemas.openxmlformats.org/officeDocument/2006/relationships/notesMaster" Target="/ppt/notesMasters/notesMaster1.xml" Id="Rfea31eee548c4d87" /><Relationship Type="http://schemas.openxmlformats.org/officeDocument/2006/relationships/presProps" Target="/ppt/presProps.xml" Id="Rb92f0a64c6174163" /><Relationship Type="http://schemas.openxmlformats.org/officeDocument/2006/relationships/tableStyles" Target="/ppt/tableStyles.xml" Id="R971f924f4fc54ad0" /><Relationship Type="http://schemas.openxmlformats.org/officeDocument/2006/relationships/slide" Target="/ppt/slides/slide1.xml" Id="R2245d6ea689b4a8b" /><Relationship Type="http://schemas.openxmlformats.org/officeDocument/2006/relationships/slide" Target="/ppt/slides/slide2.xml" Id="Rd56281a2a2bd4e37" /><Relationship Type="http://schemas.openxmlformats.org/officeDocument/2006/relationships/slide" Target="/ppt/slides/slide3.xml" Id="R82f2586a84094e64" /><Relationship Type="http://schemas.openxmlformats.org/officeDocument/2006/relationships/slide" Target="/ppt/slides/slide4.xml" Id="R807a7fa52fc94d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2db94e6bdc48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b79c5ba20b427d" /><Relationship Type="http://schemas.openxmlformats.org/officeDocument/2006/relationships/notesMaster" Target="/ppt/notesMasters/notesMaster1.xml" Id="Rd00b9d5596c549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85e7d8c2ec4f0a" /><Relationship Type="http://schemas.openxmlformats.org/officeDocument/2006/relationships/notesMaster" Target="/ppt/notesMasters/notesMaster1.xml" Id="Rb476775134ed4e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8637a06a08401d" /><Relationship Type="http://schemas.openxmlformats.org/officeDocument/2006/relationships/notesMaster" Target="/ppt/notesMasters/notesMaster1.xml" Id="Rff321b14b88a4b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b74f1225284516" /><Relationship Type="http://schemas.openxmlformats.org/officeDocument/2006/relationships/notesMaster" Target="/ppt/notesMasters/notesMaster1.xml" Id="R6a229d69941148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948c0449d4d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2afa1f23064035" /><Relationship Type="http://schemas.openxmlformats.org/officeDocument/2006/relationships/slideLayout" Target="/ppt/slideLayouts/slideLayout1.xml" Id="R4faee973b0554e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aee973b0554e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7987dd4b2d4569" /><Relationship Type="http://schemas.openxmlformats.org/officeDocument/2006/relationships/notesSlide" Target="/ppt/notesSlides/notesSlide1.xml" Id="R78b2671999dd4b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2b7ce26e4f427e" /><Relationship Type="http://schemas.openxmlformats.org/officeDocument/2006/relationships/notesSlide" Target="/ppt/notesSlides/notesSlide2.xml" Id="R6b01edeac7b346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0f55a697bf43ed" /><Relationship Type="http://schemas.openxmlformats.org/officeDocument/2006/relationships/notesSlide" Target="/ppt/notesSlides/notesSlide3.xml" Id="Rdbbfb865f9d14d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94a22252144d5d" /><Relationship Type="http://schemas.openxmlformats.org/officeDocument/2006/relationships/notesSlide" Target="/ppt/notesSlides/notesSlide4.xml" Id="R1346b13298c344e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AA0B6D-803C-4B60-AE9B-E4995759B20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1</a:t>
            </a:r>
          </a:p>
        </p:txBody>
      </p:sp>
      <p:sp>
        <p:nvSpPr>
          <p:cNvPr id="2" name="">
            <a:extLst xmlns:a="http://schemas.openxmlformats.org/drawingml/2006/main">
              <a:ext uri="{FF2B5EF4-FFF2-40B4-BE49-F238E27FC236}">
                <a16:creationId xmlns:a16="http://schemas.microsoft.com/office/drawing/2014/main" id="{3D81DC87-859F-4E58-ACAB-42606EC2838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E847F4EC-9200-4EB5-A773-14C0728E29E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wathiqrare1134 uses the uncommon term susurrus. وتتضمن المذكرة المصطلح النادر الاستدلال. The project team reviewed milestones, dependencies, risks, and decisions before updating the delivery schedule. راجع فريق المشروع المراحل والاعتماديات والمخاطر والقرارات قبل تحديث جدول التنفيذ. أكد قادة مسارات العمل المهام المكتملة بالأدلة وحددوا القيود التي قد تؤثر في</a:t>
            </a:r>
          </a:p>
        </p:txBody>
      </p:sp>
      <p:sp>
        <p:nvSpPr>
          <p:cNvPr id="4" name="">
            <a:extLst xmlns:a="http://schemas.openxmlformats.org/drawingml/2006/main">
              <a:ext uri="{FF2B5EF4-FFF2-40B4-BE49-F238E27FC236}">
                <a16:creationId xmlns:a16="http://schemas.microsoft.com/office/drawing/2014/main" id="{280AC77B-B184-422D-A8E9-91850EE9448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WTHQ-1134  Part 1 of 4</a:t>
            </a:r>
          </a:p>
        </p:txBody>
      </p:sp>
    </p:spTree>
    <p:extLst>
      <p:ext uri="{BB962C8B-B14F-4D97-AF65-F5344CB8AC3E}">
        <p14:creationId xmlns:p14="http://schemas.microsoft.com/office/powerpoint/2010/main" val="67333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3A7149-DC7C-4DB9-B78A-F4063E5D105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2</a:t>
            </a:r>
          </a:p>
        </p:txBody>
      </p:sp>
      <p:sp>
        <p:nvSpPr>
          <p:cNvPr id="2" name="">
            <a:extLst xmlns:a="http://schemas.openxmlformats.org/drawingml/2006/main">
              <a:ext uri="{FF2B5EF4-FFF2-40B4-BE49-F238E27FC236}">
                <a16:creationId xmlns:a16="http://schemas.microsoft.com/office/drawing/2014/main" id="{29803C29-CD9F-4B98-9027-1CCCC9A7C22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043ABDBC-AF07-49B6-A7AF-EFE4E7D9DFA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فترة التقرير القادمة. تحمي الخطة الحالية وقت الاختبار الحرج وتسمح بتحريك الأنشطة الأقل أولوية ضمن الحدود المتفق عليها. سيتلقى الرعاة تقرير حالة موجزا يوضح التقدم والقرارات غير المحسومة والمسؤولين عن الإجراءات. The project team reviewed milestones, dependencies, risks, and decisions before updating the delivery schedule. راجع فريق المشروع المراحل والاعتماديات</a:t>
            </a:r>
          </a:p>
        </p:txBody>
      </p:sp>
      <p:sp>
        <p:nvSpPr>
          <p:cNvPr id="4" name="">
            <a:extLst xmlns:a="http://schemas.openxmlformats.org/drawingml/2006/main">
              <a:ext uri="{FF2B5EF4-FFF2-40B4-BE49-F238E27FC236}">
                <a16:creationId xmlns:a16="http://schemas.microsoft.com/office/drawing/2014/main" id="{5BB60811-1717-434C-8E2A-3EDEADB0F9B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WTHQ-1134  Part 2 of 4</a:t>
            </a:r>
          </a:p>
        </p:txBody>
      </p:sp>
    </p:spTree>
    <p:extLst>
      <p:ext uri="{BB962C8B-B14F-4D97-AF65-F5344CB8AC3E}">
        <p14:creationId xmlns:p14="http://schemas.microsoft.com/office/powerpoint/2010/main" val="2961652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85D35E-D7E4-4F5D-B6EE-2464ECA5C95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3</a:t>
            </a:r>
          </a:p>
        </p:txBody>
      </p:sp>
      <p:sp>
        <p:nvSpPr>
          <p:cNvPr id="2" name="">
            <a:extLst xmlns:a="http://schemas.openxmlformats.org/drawingml/2006/main">
              <a:ext uri="{FF2B5EF4-FFF2-40B4-BE49-F238E27FC236}">
                <a16:creationId xmlns:a16="http://schemas.microsoft.com/office/drawing/2014/main" id="{92ED07AC-CD61-4639-8D21-862C1F40614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69E937E0-52DA-4F5A-BAE2-FCE693E04FD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والمخاطر والقرارات قبل تحديث جدول التنفيذ. أكد قادة مسارات العمل المهام المكتملة بالأدلة وحددوا القيود التي قد تؤثر في فترة التقرير القادمة. تحمي الخطة الحالية وقت الاختبار الحرج وتسمح بتحريك الأنشطة الأقل أولوية ضمن الحدود المتفق عليها. سيتلقى الرعاة تقرير حالة موجزا يوضح التقدم والقرارات غير المحسومة والمسؤولين عن الإجراءات.</a:t>
            </a:r>
          </a:p>
        </p:txBody>
      </p:sp>
      <p:sp>
        <p:nvSpPr>
          <p:cNvPr id="4" name="">
            <a:extLst xmlns:a="http://schemas.openxmlformats.org/drawingml/2006/main">
              <a:ext uri="{FF2B5EF4-FFF2-40B4-BE49-F238E27FC236}">
                <a16:creationId xmlns:a16="http://schemas.microsoft.com/office/drawing/2014/main" id="{A1E3DF09-77DF-4C56-AC9F-94BC5E7650C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WTHQ-1134  Part 3 of 4</a:t>
            </a:r>
          </a:p>
        </p:txBody>
      </p:sp>
    </p:spTree>
    <p:extLst>
      <p:ext uri="{BB962C8B-B14F-4D97-AF65-F5344CB8AC3E}">
        <p14:creationId xmlns:p14="http://schemas.microsoft.com/office/powerpoint/2010/main" val="12289010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04EBFE-9817-46EE-AD97-0869705FA65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4</a:t>
            </a:r>
          </a:p>
        </p:txBody>
      </p:sp>
      <p:sp>
        <p:nvSpPr>
          <p:cNvPr id="2" name="">
            <a:extLst xmlns:a="http://schemas.openxmlformats.org/drawingml/2006/main">
              <a:ext uri="{FF2B5EF4-FFF2-40B4-BE49-F238E27FC236}">
                <a16:creationId xmlns:a16="http://schemas.microsoft.com/office/drawing/2014/main" id="{80CBFACF-F1B6-4C05-B6B2-594E53DF1A0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A8063B47-FF3D-4DEE-91FF-0F19C240D76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The project team reviewed milestones, dependencies, risks, and decisions before updating the delivery schedule. راجع فريق المشروع المراحل والاعتماديات والمخاطر والقرارات قبل تحديث جدول التنفيذ. أكد قادة مسارات العمل المهام المكتملة بالأدلة وحددوا القيود التي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0C60F7D2-169A-44D7-9773-5505603FD75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WTHQ-1134  Part 4 of 4</a:t>
            </a:r>
          </a:p>
        </p:txBody>
      </p:sp>
    </p:spTree>
    <p:extLst>
      <p:ext uri="{BB962C8B-B14F-4D97-AF65-F5344CB8AC3E}">
        <p14:creationId xmlns:p14="http://schemas.microsoft.com/office/powerpoint/2010/main" val="443340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2026-09-24T12:44:11.8890000Z</dcterms:created>
  <dcterms:modified xsi:type="dcterms:W3CDTF">2026-09-24T12:44:11.8890000Z</dcterms:modified>
</coreProperties>
</file>