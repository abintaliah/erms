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22a78388474722" /><Relationship Type="http://schemas.openxmlformats.org/officeDocument/2006/relationships/extended-properties" Target="/docProps/app.xml" Id="Rb8a1945e3df74a21" /><Relationship Type="http://schemas.openxmlformats.org/officeDocument/2006/relationships/officeDocument" Target="/ppt/presentation.xml" Id="R0c19d4d6df7641b2" /></Relationships>
</file>

<file path=ppt/presentation.xml><?xml version="1.0" encoding="utf-8"?>
<p:presentation xmlns:p="http://schemas.openxmlformats.org/presentationml/2006/main">
  <p:sldMasterIdLst>
    <p:sldMasterId xmlns:r="http://schemas.openxmlformats.org/officeDocument/2006/relationships" id="2147483648" r:id="R06af98d9f03044bb"/>
  </p:sldMasterIdLst>
  <p:notesMasterIdLst>
    <p:notesMasterId xmlns:r="http://schemas.openxmlformats.org/officeDocument/2006/relationships" r:id="Rd68234973caf4b80"/>
  </p:notesMasterIdLst>
  <p:sldIdLst>
    <p:sldId xmlns:r="http://schemas.openxmlformats.org/officeDocument/2006/relationships" id="256" r:id="R29f7d6b62ad94935"/>
    <p:sldId xmlns:r="http://schemas.openxmlformats.org/officeDocument/2006/relationships" id="257" r:id="R0b453785763c4e94"/>
    <p:sldId xmlns:r="http://schemas.openxmlformats.org/officeDocument/2006/relationships" id="258" r:id="Rd9481d98c69c4bdf"/>
    <p:sldId xmlns:r="http://schemas.openxmlformats.org/officeDocument/2006/relationships" id="259" r:id="Rd1cb8a6839a1442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193dba415f4b04" /><Relationship Type="http://schemas.openxmlformats.org/officeDocument/2006/relationships/slideMaster" Target="/ppt/slideMasters/slideMaster1.xml" Id="R06af98d9f03044bb" /><Relationship Type="http://schemas.openxmlformats.org/officeDocument/2006/relationships/notesMaster" Target="/ppt/notesMasters/notesMaster1.xml" Id="Rd68234973caf4b80" /><Relationship Type="http://schemas.openxmlformats.org/officeDocument/2006/relationships/presProps" Target="/ppt/presProps.xml" Id="R3c59d314a03b4fa7" /><Relationship Type="http://schemas.openxmlformats.org/officeDocument/2006/relationships/tableStyles" Target="/ppt/tableStyles.xml" Id="R15f59b890ee84bce" /><Relationship Type="http://schemas.openxmlformats.org/officeDocument/2006/relationships/slide" Target="/ppt/slides/slide1.xml" Id="R29f7d6b62ad94935" /><Relationship Type="http://schemas.openxmlformats.org/officeDocument/2006/relationships/slide" Target="/ppt/slides/slide2.xml" Id="R0b453785763c4e94" /><Relationship Type="http://schemas.openxmlformats.org/officeDocument/2006/relationships/slide" Target="/ppt/slides/slide3.xml" Id="Rd9481d98c69c4bdf" /><Relationship Type="http://schemas.openxmlformats.org/officeDocument/2006/relationships/slide" Target="/ppt/slides/slide4.xml" Id="Rd1cb8a6839a144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95e17481c740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e9a5896db34eb0" /><Relationship Type="http://schemas.openxmlformats.org/officeDocument/2006/relationships/notesMaster" Target="/ppt/notesMasters/notesMaster1.xml" Id="R90206945f02c47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8c013754dd421e" /><Relationship Type="http://schemas.openxmlformats.org/officeDocument/2006/relationships/notesMaster" Target="/ppt/notesMasters/notesMaster1.xml" Id="R8b85a5eb092c40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fedf0dfb0d4a18" /><Relationship Type="http://schemas.openxmlformats.org/officeDocument/2006/relationships/notesMaster" Target="/ppt/notesMasters/notesMaster1.xml" Id="R0f61dcce3a5a44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9699cf30784fc5" /><Relationship Type="http://schemas.openxmlformats.org/officeDocument/2006/relationships/notesMaster" Target="/ppt/notesMasters/notesMaster1.xml" Id="R5804cc1a4ebe46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5f0806a27b48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5a50483f7b45ff" /><Relationship Type="http://schemas.openxmlformats.org/officeDocument/2006/relationships/slideLayout" Target="/ppt/slideLayouts/slideLayout1.xml" Id="R72e0bd17f65541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e0bd17f65541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9e77fdefa624922" /><Relationship Type="http://schemas.openxmlformats.org/officeDocument/2006/relationships/notesSlide" Target="/ppt/notesSlides/notesSlide1.xml" Id="Re57a5535305345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651510c174842df" /><Relationship Type="http://schemas.openxmlformats.org/officeDocument/2006/relationships/notesSlide" Target="/ppt/notesSlides/notesSlide2.xml" Id="Rfe7065640ede44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849a9d12b7c4815" /><Relationship Type="http://schemas.openxmlformats.org/officeDocument/2006/relationships/notesSlide" Target="/ppt/notesSlides/notesSlide3.xml" Id="R5be89d36216642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beb5c56919c4db7" /><Relationship Type="http://schemas.openxmlformats.org/officeDocument/2006/relationships/notesSlide" Target="/ppt/notesSlides/notesSlide4.xml" Id="R3d468a90212946f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A9729A8-FD2D-4A02-9F43-C70A517A0A8F}"/>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Quarterly Finance Review 1</a:t>
            </a:r>
          </a:p>
        </p:txBody>
      </p:sp>
      <p:sp>
        <p:nvSpPr>
          <p:cNvPr id="2" name="">
            <a:extLst xmlns:a="http://schemas.openxmlformats.org/drawingml/2006/main">
              <a:ext uri="{FF2B5EF4-FFF2-40B4-BE49-F238E27FC236}">
                <a16:creationId xmlns:a16="http://schemas.microsoft.com/office/drawing/2014/main" id="{4BB8E179-BFAD-453D-89DC-653BD6D72BD2}"/>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مالية ربع سنوية‬</a:t>
            </a:r>
          </a:p>
        </p:txBody>
      </p:sp>
      <p:sp>
        <p:nvSpPr>
          <p:cNvPr id="3" name="">
            <a:extLst xmlns:a="http://schemas.openxmlformats.org/drawingml/2006/main">
              <a:ext uri="{FF2B5EF4-FFF2-40B4-BE49-F238E27FC236}">
                <a16:creationId xmlns:a16="http://schemas.microsoft.com/office/drawing/2014/main" id="{D38E5A64-5DC1-425D-ABF8-C8FEB91AAA10}"/>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wathiqrare1153 uses the uncommon term syzygy. وتتضمن المذكرة المصطلح النادر الاستدامة. راجع فريق المالية المصروفات الشهرية وتوقيت الإيرادات وتوقعات التدفق النقدي قبل إعداد التقرير الإداري القادم. Analysts reconciled supplier invoices with approved commitments and documented each variance that required follow-up by the budget owner. طابق المحللون فواتير الموردين مع</a:t>
            </a:r>
          </a:p>
        </p:txBody>
      </p:sp>
      <p:sp>
        <p:nvSpPr>
          <p:cNvPr id="4" name="">
            <a:extLst xmlns:a="http://schemas.openxmlformats.org/drawingml/2006/main">
              <a:ext uri="{FF2B5EF4-FFF2-40B4-BE49-F238E27FC236}">
                <a16:creationId xmlns:a16="http://schemas.microsoft.com/office/drawing/2014/main" id="{7CDEAD86-1820-4BD8-97A9-F6B66372D8B5}"/>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WTHQ-1153  Part 1 of 4</a:t>
            </a:r>
          </a:p>
        </p:txBody>
      </p:sp>
    </p:spTree>
    <p:extLst>
      <p:ext uri="{BB962C8B-B14F-4D97-AF65-F5344CB8AC3E}">
        <p14:creationId xmlns:p14="http://schemas.microsoft.com/office/powerpoint/2010/main" val="1523903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A15AF70-4F31-4E9E-B6D1-C873CBF7EFB1}"/>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Quarterly Finance Review 2</a:t>
            </a:r>
          </a:p>
        </p:txBody>
      </p:sp>
      <p:sp>
        <p:nvSpPr>
          <p:cNvPr id="2" name="">
            <a:extLst xmlns:a="http://schemas.openxmlformats.org/drawingml/2006/main">
              <a:ext uri="{FF2B5EF4-FFF2-40B4-BE49-F238E27FC236}">
                <a16:creationId xmlns:a16="http://schemas.microsoft.com/office/drawing/2014/main" id="{D740A375-D371-4FA0-8010-728F429EC242}"/>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مالية ربع سنوية‬</a:t>
            </a:r>
          </a:p>
        </p:txBody>
      </p:sp>
      <p:sp>
        <p:nvSpPr>
          <p:cNvPr id="3" name="">
            <a:extLst xmlns:a="http://schemas.openxmlformats.org/drawingml/2006/main">
              <a:ext uri="{FF2B5EF4-FFF2-40B4-BE49-F238E27FC236}">
                <a16:creationId xmlns:a16="http://schemas.microsoft.com/office/drawing/2014/main" id="{091804AF-BCBF-4C0F-A87E-BE633BB92D8C}"/>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الالتزامات المعتمدة ووثقوا كل فرق يحتاج إلى متابعة من مسؤول الميزانية. The revised forecast preserves contingency funding while directing available resources toward services with confirmed operational demand. يحافظ التوقع المحدث على مخصص الطوارئ ويوجه الموارد المتاحة إلى الخدمات ذات الحاجة التشغيلية المؤكدة. The finance team reviewed monthly expenditure, revenue timing,</a:t>
            </a:r>
          </a:p>
        </p:txBody>
      </p:sp>
      <p:sp>
        <p:nvSpPr>
          <p:cNvPr id="4" name="">
            <a:extLst xmlns:a="http://schemas.openxmlformats.org/drawingml/2006/main">
              <a:ext uri="{FF2B5EF4-FFF2-40B4-BE49-F238E27FC236}">
                <a16:creationId xmlns:a16="http://schemas.microsoft.com/office/drawing/2014/main" id="{36A24526-D031-4148-A7D0-D336134F6B5F}"/>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WTHQ-1153  Part 2 of 4</a:t>
            </a:r>
          </a:p>
        </p:txBody>
      </p:sp>
    </p:spTree>
    <p:extLst>
      <p:ext uri="{BB962C8B-B14F-4D97-AF65-F5344CB8AC3E}">
        <p14:creationId xmlns:p14="http://schemas.microsoft.com/office/powerpoint/2010/main" val="16515741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2E2656-A9BD-4E6C-98B3-4A375D9B655F}"/>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Quarterly Finance Review 3</a:t>
            </a:r>
          </a:p>
        </p:txBody>
      </p:sp>
      <p:sp>
        <p:nvSpPr>
          <p:cNvPr id="2" name="">
            <a:extLst xmlns:a="http://schemas.openxmlformats.org/drawingml/2006/main">
              <a:ext uri="{FF2B5EF4-FFF2-40B4-BE49-F238E27FC236}">
                <a16:creationId xmlns:a16="http://schemas.microsoft.com/office/drawing/2014/main" id="{E83679CC-6F98-45A4-B364-B81E27509E86}"/>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مالية ربع سنوية‬</a:t>
            </a:r>
          </a:p>
        </p:txBody>
      </p:sp>
      <p:sp>
        <p:nvSpPr>
          <p:cNvPr id="3" name="">
            <a:extLst xmlns:a="http://schemas.openxmlformats.org/drawingml/2006/main">
              <a:ext uri="{FF2B5EF4-FFF2-40B4-BE49-F238E27FC236}">
                <a16:creationId xmlns:a16="http://schemas.microsoft.com/office/drawing/2014/main" id="{AECEB786-A780-46EE-B144-D44B06239E9D}"/>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and cash forecasts before preparing the next management report. راجع فريق المالية المصروفات الشهرية وتوقيت الإيرادات وتوقعات التدفق النقدي قبل إعداد التقرير الإداري القادم. Analysts reconciled supplier invoices with approved commitments and documented each variance that required follow-up by the budget owner. طابق المحللون فواتير الموردين مع الالتزامات المعتمدة ووثقوا</a:t>
            </a:r>
          </a:p>
        </p:txBody>
      </p:sp>
      <p:sp>
        <p:nvSpPr>
          <p:cNvPr id="4" name="">
            <a:extLst xmlns:a="http://schemas.openxmlformats.org/drawingml/2006/main">
              <a:ext uri="{FF2B5EF4-FFF2-40B4-BE49-F238E27FC236}">
                <a16:creationId xmlns:a16="http://schemas.microsoft.com/office/drawing/2014/main" id="{47BBCAA5-05B7-4BEE-8FC2-C86B6CCACC95}"/>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WTHQ-1153  Part 3 of 4</a:t>
            </a:r>
          </a:p>
        </p:txBody>
      </p:sp>
    </p:spTree>
    <p:extLst>
      <p:ext uri="{BB962C8B-B14F-4D97-AF65-F5344CB8AC3E}">
        <p14:creationId xmlns:p14="http://schemas.microsoft.com/office/powerpoint/2010/main" val="212108343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BA61A3-E404-4023-A31E-26BF27F87647}"/>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Quarterly Finance Review 4</a:t>
            </a:r>
          </a:p>
        </p:txBody>
      </p:sp>
      <p:sp>
        <p:nvSpPr>
          <p:cNvPr id="2" name="">
            <a:extLst xmlns:a="http://schemas.openxmlformats.org/drawingml/2006/main">
              <a:ext uri="{FF2B5EF4-FFF2-40B4-BE49-F238E27FC236}">
                <a16:creationId xmlns:a16="http://schemas.microsoft.com/office/drawing/2014/main" id="{F3DA6EB5-FF55-4092-B454-1CD6343C0898}"/>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مالية ربع سنوية‬</a:t>
            </a:r>
          </a:p>
        </p:txBody>
      </p:sp>
      <p:sp>
        <p:nvSpPr>
          <p:cNvPr id="3" name="">
            <a:extLst xmlns:a="http://schemas.openxmlformats.org/drawingml/2006/main">
              <a:ext uri="{FF2B5EF4-FFF2-40B4-BE49-F238E27FC236}">
                <a16:creationId xmlns:a16="http://schemas.microsoft.com/office/drawing/2014/main" id="{BA33ED55-F106-45B0-A2D2-500A76FDDEF6}"/>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كل فرق يحتاج إلى متابعة من مسؤول الميزانية. The revised forecast preserves contingency funding while directing available resources toward services with confirmed operational demand. يحافظ التوقع المحدث على مخصص الطوارئ ويوجه الموارد المتاحة إلى الخدمات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1D85922D-4BBC-40FC-9286-3C3D9D3C126A}"/>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WTHQ-1153  Part 4 of 4</a:t>
            </a:r>
          </a:p>
        </p:txBody>
      </p:sp>
    </p:spTree>
    <p:extLst>
      <p:ext uri="{BB962C8B-B14F-4D97-AF65-F5344CB8AC3E}">
        <p14:creationId xmlns:p14="http://schemas.microsoft.com/office/powerpoint/2010/main" val="20399374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2026-09-24T12:44:39.7100000Z</dcterms:created>
  <dcterms:modified xsi:type="dcterms:W3CDTF">2026-09-24T12:44:39.7100000Z</dcterms:modified>
</coreProperties>
</file>