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70ab0a3fb24c68" /><Relationship Type="http://schemas.openxmlformats.org/officeDocument/2006/relationships/extended-properties" Target="/docProps/app.xml" Id="R85b64626aa45479b" /><Relationship Type="http://schemas.openxmlformats.org/officeDocument/2006/relationships/officeDocument" Target="/ppt/presentation.xml" Id="R115390f34b244df7" /></Relationships>
</file>

<file path=ppt/presentation.xml><?xml version="1.0" encoding="utf-8"?>
<p:presentation xmlns:p="http://schemas.openxmlformats.org/presentationml/2006/main">
  <p:sldMasterIdLst>
    <p:sldMasterId xmlns:r="http://schemas.openxmlformats.org/officeDocument/2006/relationships" id="2147483648" r:id="R93c9de666abb4693"/>
  </p:sldMasterIdLst>
  <p:notesMasterIdLst>
    <p:notesMasterId xmlns:r="http://schemas.openxmlformats.org/officeDocument/2006/relationships" r:id="R9d0f5485442d4120"/>
  </p:notesMasterIdLst>
  <p:sldIdLst>
    <p:sldId xmlns:r="http://schemas.openxmlformats.org/officeDocument/2006/relationships" id="256" r:id="R6f68d38610274acb"/>
    <p:sldId xmlns:r="http://schemas.openxmlformats.org/officeDocument/2006/relationships" id="257" r:id="Rd615e1edc4574bc7"/>
    <p:sldId xmlns:r="http://schemas.openxmlformats.org/officeDocument/2006/relationships" id="258" r:id="R7cf88a52b66e48e6"/>
    <p:sldId xmlns:r="http://schemas.openxmlformats.org/officeDocument/2006/relationships" id="259" r:id="Rc282bdf9b85a46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130fee4e66444e" /><Relationship Type="http://schemas.openxmlformats.org/officeDocument/2006/relationships/slideMaster" Target="/ppt/slideMasters/slideMaster1.xml" Id="R93c9de666abb4693" /><Relationship Type="http://schemas.openxmlformats.org/officeDocument/2006/relationships/notesMaster" Target="/ppt/notesMasters/notesMaster1.xml" Id="R9d0f5485442d4120" /><Relationship Type="http://schemas.openxmlformats.org/officeDocument/2006/relationships/presProps" Target="/ppt/presProps.xml" Id="Rbfa2ee54bd5345db" /><Relationship Type="http://schemas.openxmlformats.org/officeDocument/2006/relationships/tableStyles" Target="/ppt/tableStyles.xml" Id="R1ed58b7edc054dcb" /><Relationship Type="http://schemas.openxmlformats.org/officeDocument/2006/relationships/slide" Target="/ppt/slides/slide1.xml" Id="R6f68d38610274acb" /><Relationship Type="http://schemas.openxmlformats.org/officeDocument/2006/relationships/slide" Target="/ppt/slides/slide2.xml" Id="Rd615e1edc4574bc7" /><Relationship Type="http://schemas.openxmlformats.org/officeDocument/2006/relationships/slide" Target="/ppt/slides/slide3.xml" Id="R7cf88a52b66e48e6" /><Relationship Type="http://schemas.openxmlformats.org/officeDocument/2006/relationships/slide" Target="/ppt/slides/slide4.xml" Id="Rc282bdf9b85a46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40b82bef474e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7385bdc7a94499" /><Relationship Type="http://schemas.openxmlformats.org/officeDocument/2006/relationships/notesMaster" Target="/ppt/notesMasters/notesMaster1.xml" Id="R2d281bfc887844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6ef2f402ef4df6" /><Relationship Type="http://schemas.openxmlformats.org/officeDocument/2006/relationships/notesMaster" Target="/ppt/notesMasters/notesMaster1.xml" Id="R40f5481cfaba40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cee9e40d34473c" /><Relationship Type="http://schemas.openxmlformats.org/officeDocument/2006/relationships/notesMaster" Target="/ppt/notesMasters/notesMaster1.xml" Id="R9124f829e65a4e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4dfcfe839b43f5" /><Relationship Type="http://schemas.openxmlformats.org/officeDocument/2006/relationships/notesMaster" Target="/ppt/notesMasters/notesMaster1.xml" Id="R73a4546c84ce4a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9dd437b29b45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7fef1fd1c84669" /><Relationship Type="http://schemas.openxmlformats.org/officeDocument/2006/relationships/slideLayout" Target="/ppt/slideLayouts/slideLayout1.xml" Id="R26c6c76e4858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c6c76e4858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aa37b127fe485e" /><Relationship Type="http://schemas.openxmlformats.org/officeDocument/2006/relationships/notesSlide" Target="/ppt/notesSlides/notesSlide1.xml" Id="R89287b84fe8740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d164ba39424e06" /><Relationship Type="http://schemas.openxmlformats.org/officeDocument/2006/relationships/notesSlide" Target="/ppt/notesSlides/notesSlide2.xml" Id="R7c716c6cd05543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0d10ec4e244c1e" /><Relationship Type="http://schemas.openxmlformats.org/officeDocument/2006/relationships/notesSlide" Target="/ppt/notesSlides/notesSlide3.xml" Id="R51a55d42196641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f1aa204b6a4133" /><Relationship Type="http://schemas.openxmlformats.org/officeDocument/2006/relationships/notesSlide" Target="/ppt/notesSlides/notesSlide4.xml" Id="R3e8f0360e2804dc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D40403-9956-40FD-82B7-C60ED57C20D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1</a:t>
            </a:r>
          </a:p>
        </p:txBody>
      </p:sp>
      <p:sp>
        <p:nvSpPr>
          <p:cNvPr id="2" name="">
            <a:extLst xmlns:a="http://schemas.openxmlformats.org/drawingml/2006/main">
              <a:ext uri="{FF2B5EF4-FFF2-40B4-BE49-F238E27FC236}">
                <a16:creationId xmlns:a16="http://schemas.microsoft.com/office/drawing/2014/main" id="{606BEDA4-930D-44CE-B513-0AD3F3726A7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39978F21-F25B-4A34-BD9D-27D91B952D8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wathiqrare1130 uses the uncommon term palimpsest. وتتضمن المذكرة المصطلح النادر الاستيثاق. Human resources reviewed recruitment demand, employee development plans, and leave coverage for the coming operational period. Managers confirmed that position descriptions reflect current responsibilities and that interview records follow the approved retention schedule. The workforce plan balances essential</a:t>
            </a:r>
          </a:p>
        </p:txBody>
      </p:sp>
      <p:sp>
        <p:nvSpPr>
          <p:cNvPr id="4" name="">
            <a:extLst xmlns:a="http://schemas.openxmlformats.org/drawingml/2006/main">
              <a:ext uri="{FF2B5EF4-FFF2-40B4-BE49-F238E27FC236}">
                <a16:creationId xmlns:a16="http://schemas.microsoft.com/office/drawing/2014/main" id="{71C73F36-ED7B-4BB3-A51C-1E493FA94583}"/>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WTHQ-1130  Part 1 of 4</a:t>
            </a:r>
          </a:p>
        </p:txBody>
      </p:sp>
    </p:spTree>
    <p:extLst>
      <p:ext uri="{BB962C8B-B14F-4D97-AF65-F5344CB8AC3E}">
        <p14:creationId xmlns:p14="http://schemas.microsoft.com/office/powerpoint/2010/main" val="4024972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0CAA03-549E-4A74-9565-B895FD74906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2</a:t>
            </a:r>
          </a:p>
        </p:txBody>
      </p:sp>
      <p:sp>
        <p:nvSpPr>
          <p:cNvPr id="2" name="">
            <a:extLst xmlns:a="http://schemas.openxmlformats.org/drawingml/2006/main">
              <a:ext uri="{FF2B5EF4-FFF2-40B4-BE49-F238E27FC236}">
                <a16:creationId xmlns:a16="http://schemas.microsoft.com/office/drawing/2014/main" id="{68726CD0-FC66-4709-A244-8878D3A5724F}"/>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8BDD8E49-2B5A-4A3B-B8D2-E1067C8B4ECA}"/>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vacancies with training commitments and provides clear ownership for every pending action. Employee records remain restricted to authorized staff, with access reviews scheduled before the next reporting cycle. راجعت الموارد البشرية احتياجات التوظيف وخطط تطوير الموظفين وتغطية الإجازات للفترة التشغيلية القادمة. Human resources reviewed recruitment demand, employee development plans, and</a:t>
            </a:r>
          </a:p>
        </p:txBody>
      </p:sp>
      <p:sp>
        <p:nvSpPr>
          <p:cNvPr id="4" name="">
            <a:extLst xmlns:a="http://schemas.openxmlformats.org/drawingml/2006/main">
              <a:ext uri="{FF2B5EF4-FFF2-40B4-BE49-F238E27FC236}">
                <a16:creationId xmlns:a16="http://schemas.microsoft.com/office/drawing/2014/main" id="{4E4CC143-7214-4B82-919D-3DEFCABD6D9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WTHQ-1130  Part 2 of 4</a:t>
            </a:r>
          </a:p>
        </p:txBody>
      </p:sp>
    </p:spTree>
    <p:extLst>
      <p:ext uri="{BB962C8B-B14F-4D97-AF65-F5344CB8AC3E}">
        <p14:creationId xmlns:p14="http://schemas.microsoft.com/office/powerpoint/2010/main" val="121342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0CB047A-DB86-4D3E-8C0A-9AAD867ECDF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3</a:t>
            </a:r>
          </a:p>
        </p:txBody>
      </p:sp>
      <p:sp>
        <p:nvSpPr>
          <p:cNvPr id="2" name="">
            <a:extLst xmlns:a="http://schemas.openxmlformats.org/drawingml/2006/main">
              <a:ext uri="{FF2B5EF4-FFF2-40B4-BE49-F238E27FC236}">
                <a16:creationId xmlns:a16="http://schemas.microsoft.com/office/drawing/2014/main" id="{BAE43E76-9A39-4135-8E65-98B24A6B20E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0E2022B3-8301-44CC-B348-26CA3054386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leave coverage for the coming operational period. Managers confirmed that position descriptions reflect current responsibilities and that interview records follow the approved retention schedule. The workforce plan balances essential vacancies with training commitments and provides clear ownership for every pending action. Employee records remain restricted to authorized staff, with access</a:t>
            </a:r>
          </a:p>
        </p:txBody>
      </p:sp>
      <p:sp>
        <p:nvSpPr>
          <p:cNvPr id="4" name="">
            <a:extLst xmlns:a="http://schemas.openxmlformats.org/drawingml/2006/main">
              <a:ext uri="{FF2B5EF4-FFF2-40B4-BE49-F238E27FC236}">
                <a16:creationId xmlns:a16="http://schemas.microsoft.com/office/drawing/2014/main" id="{5D113D8A-6C3E-4D53-A521-8FC7188C6C1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WTHQ-1130  Part 3 of 4</a:t>
            </a:r>
          </a:p>
        </p:txBody>
      </p:sp>
    </p:spTree>
    <p:extLst>
      <p:ext uri="{BB962C8B-B14F-4D97-AF65-F5344CB8AC3E}">
        <p14:creationId xmlns:p14="http://schemas.microsoft.com/office/powerpoint/2010/main" val="11899426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59FAE89-F806-4C17-878E-56E0AFD0644B}"/>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4</a:t>
            </a:r>
          </a:p>
        </p:txBody>
      </p:sp>
      <p:sp>
        <p:nvSpPr>
          <p:cNvPr id="2" name="">
            <a:extLst xmlns:a="http://schemas.openxmlformats.org/drawingml/2006/main">
              <a:ext uri="{FF2B5EF4-FFF2-40B4-BE49-F238E27FC236}">
                <a16:creationId xmlns:a16="http://schemas.microsoft.com/office/drawing/2014/main" id="{266393AC-8E0F-42D0-8DEF-C7A70B37A379}"/>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03A1B1CB-7DBB-47B2-9710-27F7300B6AD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reviews scheduled before the next reporting cycle. راجعت الموارد البشرية احتياجات التوظيف وخطط تطوير الموظفين وتغطية الإجازات للفترة التشغيلية القادمة. Human resources reviewed recruitment demand, employee development plans, and leave coverage for the coming operational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375B8D51-A6C2-45C7-B90D-4F36018E581A}"/>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WTHQ-1130  Part 4 of 4</a:t>
            </a:r>
          </a:p>
        </p:txBody>
      </p:sp>
    </p:spTree>
    <p:extLst>
      <p:ext uri="{BB962C8B-B14F-4D97-AF65-F5344CB8AC3E}">
        <p14:creationId xmlns:p14="http://schemas.microsoft.com/office/powerpoint/2010/main" val="370979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2026-09-24T12:44:05.8350000Z</dcterms:created>
  <dcterms:modified xsi:type="dcterms:W3CDTF">2026-09-24T12:44:05.8350000Z</dcterms:modified>
</coreProperties>
</file>