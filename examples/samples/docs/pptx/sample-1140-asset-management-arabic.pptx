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f9f1b0501734a76" /><Relationship Type="http://schemas.openxmlformats.org/officeDocument/2006/relationships/extended-properties" Target="/docProps/app.xml" Id="R48b6f45a8a074f50" /><Relationship Type="http://schemas.openxmlformats.org/officeDocument/2006/relationships/officeDocument" Target="/ppt/presentation.xml" Id="Rbab6e2b63fb740e9" /></Relationships>
</file>

<file path=ppt/presentation.xml><?xml version="1.0" encoding="utf-8"?>
<p:presentation xmlns:p="http://schemas.openxmlformats.org/presentationml/2006/main">
  <p:sldMasterIdLst>
    <p:sldMasterId xmlns:r="http://schemas.openxmlformats.org/officeDocument/2006/relationships" id="2147483648" r:id="R43ab7499f91841e4"/>
  </p:sldMasterIdLst>
  <p:notesMasterIdLst>
    <p:notesMasterId xmlns:r="http://schemas.openxmlformats.org/officeDocument/2006/relationships" r:id="R70939251008a4fc4"/>
  </p:notesMasterIdLst>
  <p:sldIdLst>
    <p:sldId xmlns:r="http://schemas.openxmlformats.org/officeDocument/2006/relationships" id="256" r:id="Rce9bd3e72fa448ee"/>
    <p:sldId xmlns:r="http://schemas.openxmlformats.org/officeDocument/2006/relationships" id="257" r:id="Rf6d9d06ccae842c8"/>
    <p:sldId xmlns:r="http://schemas.openxmlformats.org/officeDocument/2006/relationships" id="258" r:id="Rd47a755b33534ddc"/>
    <p:sldId xmlns:r="http://schemas.openxmlformats.org/officeDocument/2006/relationships" id="259" r:id="R1c6264ffd0de4d1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ad5d0b82c7d47b4" /><Relationship Type="http://schemas.openxmlformats.org/officeDocument/2006/relationships/slideMaster" Target="/ppt/slideMasters/slideMaster1.xml" Id="R43ab7499f91841e4" /><Relationship Type="http://schemas.openxmlformats.org/officeDocument/2006/relationships/notesMaster" Target="/ppt/notesMasters/notesMaster1.xml" Id="R70939251008a4fc4" /><Relationship Type="http://schemas.openxmlformats.org/officeDocument/2006/relationships/presProps" Target="/ppt/presProps.xml" Id="Rfbec2e3452274812" /><Relationship Type="http://schemas.openxmlformats.org/officeDocument/2006/relationships/tableStyles" Target="/ppt/tableStyles.xml" Id="R6a0dc9f60b504964" /><Relationship Type="http://schemas.openxmlformats.org/officeDocument/2006/relationships/slide" Target="/ppt/slides/slide1.xml" Id="Rce9bd3e72fa448ee" /><Relationship Type="http://schemas.openxmlformats.org/officeDocument/2006/relationships/slide" Target="/ppt/slides/slide2.xml" Id="Rf6d9d06ccae842c8" /><Relationship Type="http://schemas.openxmlformats.org/officeDocument/2006/relationships/slide" Target="/ppt/slides/slide3.xml" Id="Rd47a755b33534ddc" /><Relationship Type="http://schemas.openxmlformats.org/officeDocument/2006/relationships/slide" Target="/ppt/slides/slide4.xml" Id="R1c6264ffd0de4d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756fbe1cd614e6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ba47cee13a14f6e" /><Relationship Type="http://schemas.openxmlformats.org/officeDocument/2006/relationships/notesMaster" Target="/ppt/notesMasters/notesMaster1.xml" Id="R12585fc4b9ca49b4" /></Relationships>
</file>

<file path=ppt/notesSlides/_rels/notesSlide2.xml.rels>&#65279;<?xml version="1.0" encoding="utf-8"?><Relationships xmlns="http://schemas.openxmlformats.org/package/2006/relationships"><Relationship Type="http://schemas.openxmlformats.org/officeDocument/2006/relationships/slide" Target="/ppt/slides/slide2.xml" Id="R31ae4e02c9ff4206" /><Relationship Type="http://schemas.openxmlformats.org/officeDocument/2006/relationships/notesMaster" Target="/ppt/notesMasters/notesMaster1.xml" Id="R3b2827a8de9742bd" /></Relationships>
</file>

<file path=ppt/notesSlides/_rels/notesSlide3.xml.rels>&#65279;<?xml version="1.0" encoding="utf-8"?><Relationships xmlns="http://schemas.openxmlformats.org/package/2006/relationships"><Relationship Type="http://schemas.openxmlformats.org/officeDocument/2006/relationships/slide" Target="/ppt/slides/slide3.xml" Id="Rb705ca6c8dfb4e77" /><Relationship Type="http://schemas.openxmlformats.org/officeDocument/2006/relationships/notesMaster" Target="/ppt/notesMasters/notesMaster1.xml" Id="R9c4de805334a420f" /></Relationships>
</file>

<file path=ppt/notesSlides/_rels/notesSlide4.xml.rels>&#65279;<?xml version="1.0" encoding="utf-8"?><Relationships xmlns="http://schemas.openxmlformats.org/package/2006/relationships"><Relationship Type="http://schemas.openxmlformats.org/officeDocument/2006/relationships/slide" Target="/ppt/slides/slide4.xml" Id="R78946ff6cdd54a2c" /><Relationship Type="http://schemas.openxmlformats.org/officeDocument/2006/relationships/notesMaster" Target="/ppt/notesMasters/notesMaster1.xml" Id="R5e4fbb8621074b8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c038f942304f1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815d6a1145b4271" /><Relationship Type="http://schemas.openxmlformats.org/officeDocument/2006/relationships/slideLayout" Target="/ppt/slideLayouts/slideLayout1.xml" Id="Re9ae3bf6fc1b467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9ae3bf6fc1b467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a7d2e2603574fd0" /><Relationship Type="http://schemas.openxmlformats.org/officeDocument/2006/relationships/notesSlide" Target="/ppt/notesSlides/notesSlide1.xml" Id="R3238680f5dfb45c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8d55595b9594e40" /><Relationship Type="http://schemas.openxmlformats.org/officeDocument/2006/relationships/notesSlide" Target="/ppt/notesSlides/notesSlide2.xml" Id="R00282d24746042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236087704054bdd" /><Relationship Type="http://schemas.openxmlformats.org/officeDocument/2006/relationships/notesSlide" Target="/ppt/notesSlides/notesSlide3.xml" Id="Rfe41ecffa6e64c5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99f6757ab0545ed" /><Relationship Type="http://schemas.openxmlformats.org/officeDocument/2006/relationships/notesSlide" Target="/ppt/notesSlides/notesSlide4.xml" Id="R455c67713c864ca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F185DDC-688E-460D-B434-2BA219C50A70}"/>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Asset Register Review 1</a:t>
            </a:r>
          </a:p>
        </p:txBody>
      </p:sp>
      <p:sp>
        <p:nvSpPr>
          <p:cNvPr id="2" name="">
            <a:extLst xmlns:a="http://schemas.openxmlformats.org/drawingml/2006/main">
              <a:ext uri="{FF2B5EF4-FFF2-40B4-BE49-F238E27FC236}">
                <a16:creationId xmlns:a16="http://schemas.microsoft.com/office/drawing/2014/main" id="{238B6D9F-B967-4A1D-B191-1DD9E91CB371}"/>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سجل الأصول‬</a:t>
            </a:r>
          </a:p>
        </p:txBody>
      </p:sp>
      <p:sp>
        <p:nvSpPr>
          <p:cNvPr id="3" name="">
            <a:extLst xmlns:a="http://schemas.openxmlformats.org/drawingml/2006/main">
              <a:ext uri="{FF2B5EF4-FFF2-40B4-BE49-F238E27FC236}">
                <a16:creationId xmlns:a16="http://schemas.microsoft.com/office/drawing/2014/main" id="{676865A9-DFBF-4EA3-B2A0-42EF6DC30C80}"/>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Reference wathiqrare1140 uses the uncommon term palimpsest. وتتضمن المذكرة المصطلح النادر الاستيثاق. فحص فريق الأصول المعدات المسندة وقارن الملصقات الفعلية بالسجل المركزي ووثائق العهدة. يتضمن كل اختلاف الموقع وأمين العهدة وتاريخ المراجعة والإجراء الموثق المطلوب للتصحيح. تعطي الصيانة المخططة الأولوية للسلامة واستمرار الخدمة والمعدات التي تقترب من نهاية عمرها النافع.</a:t>
            </a:r>
          </a:p>
        </p:txBody>
      </p:sp>
      <p:sp>
        <p:nvSpPr>
          <p:cNvPr id="4" name="">
            <a:extLst xmlns:a="http://schemas.openxmlformats.org/drawingml/2006/main">
              <a:ext uri="{FF2B5EF4-FFF2-40B4-BE49-F238E27FC236}">
                <a16:creationId xmlns:a16="http://schemas.microsoft.com/office/drawing/2014/main" id="{28AD6ACB-773C-4D8F-9E75-A07A389ED308}"/>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WTHQ-1140  Part 1 of 4</a:t>
            </a:r>
          </a:p>
        </p:txBody>
      </p:sp>
    </p:spTree>
    <p:extLst>
      <p:ext uri="{BB962C8B-B14F-4D97-AF65-F5344CB8AC3E}">
        <p14:creationId xmlns:p14="http://schemas.microsoft.com/office/powerpoint/2010/main" val="109572930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B85D645-259F-49D4-A160-3629BC6C9847}"/>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Asset Register Review 2</a:t>
            </a:r>
          </a:p>
        </p:txBody>
      </p:sp>
      <p:sp>
        <p:nvSpPr>
          <p:cNvPr id="2" name="">
            <a:extLst xmlns:a="http://schemas.openxmlformats.org/drawingml/2006/main">
              <a:ext uri="{FF2B5EF4-FFF2-40B4-BE49-F238E27FC236}">
                <a16:creationId xmlns:a16="http://schemas.microsoft.com/office/drawing/2014/main" id="{87361BCE-67A9-4ACC-B413-D6FD96881DFA}"/>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سجل الأصول‬</a:t>
            </a:r>
          </a:p>
        </p:txBody>
      </p:sp>
      <p:sp>
        <p:nvSpPr>
          <p:cNvPr id="3" name="">
            <a:extLst xmlns:a="http://schemas.openxmlformats.org/drawingml/2006/main">
              <a:ext uri="{FF2B5EF4-FFF2-40B4-BE49-F238E27FC236}">
                <a16:creationId xmlns:a16="http://schemas.microsoft.com/office/drawing/2014/main" id="{1E001EDF-8BEE-413A-B3B4-96589E7F61CB}"/>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تتطلب الأصول المستبعدة دليلا معتمدا قبل إغلاق سجلاتها في نظام الإدارة. The asset team inspected assigned equipment and compared physical labels with the central register and custody records. فحص فريق الأصول المعدات المسندة وقارن الملصقات الفعلية بالسجل المركزي ووثائق العهدة. يتضمن كل اختلاف الموقع وأمين العهدة وتاريخ المراجعة والإجراء الموثق</a:t>
            </a:r>
          </a:p>
        </p:txBody>
      </p:sp>
      <p:sp>
        <p:nvSpPr>
          <p:cNvPr id="4" name="">
            <a:extLst xmlns:a="http://schemas.openxmlformats.org/drawingml/2006/main">
              <a:ext uri="{FF2B5EF4-FFF2-40B4-BE49-F238E27FC236}">
                <a16:creationId xmlns:a16="http://schemas.microsoft.com/office/drawing/2014/main" id="{7108C179-D981-4A85-A8CB-F1065E40A3A1}"/>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WTHQ-1140  Part 2 of 4</a:t>
            </a:r>
          </a:p>
        </p:txBody>
      </p:sp>
    </p:spTree>
    <p:extLst>
      <p:ext uri="{BB962C8B-B14F-4D97-AF65-F5344CB8AC3E}">
        <p14:creationId xmlns:p14="http://schemas.microsoft.com/office/powerpoint/2010/main" val="31362750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6A5702E-EFFE-4FA0-9B92-9D3A9ABB4D24}"/>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Asset Register Review 3</a:t>
            </a:r>
          </a:p>
        </p:txBody>
      </p:sp>
      <p:sp>
        <p:nvSpPr>
          <p:cNvPr id="2" name="">
            <a:extLst xmlns:a="http://schemas.openxmlformats.org/drawingml/2006/main">
              <a:ext uri="{FF2B5EF4-FFF2-40B4-BE49-F238E27FC236}">
                <a16:creationId xmlns:a16="http://schemas.microsoft.com/office/drawing/2014/main" id="{3D1DC5D0-D687-4645-BBC1-54364293F6B1}"/>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سجل الأصول‬</a:t>
            </a:r>
          </a:p>
        </p:txBody>
      </p:sp>
      <p:sp>
        <p:nvSpPr>
          <p:cNvPr id="3" name="">
            <a:extLst xmlns:a="http://schemas.openxmlformats.org/drawingml/2006/main">
              <a:ext uri="{FF2B5EF4-FFF2-40B4-BE49-F238E27FC236}">
                <a16:creationId xmlns:a16="http://schemas.microsoft.com/office/drawing/2014/main" id="{B82DEC13-5430-41A7-A9C7-116774A68B73}"/>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المطلوب للتصحيح. تعطي الصيانة المخططة الأولوية للسلامة واستمرار الخدمة والمعدات التي تقترب من نهاية عمرها النافع. تتطلب الأصول المستبعدة دليلا معتمدا قبل إغلاق سجلاتها في نظام الإدارة. The asset team inspected assigned equipment and compared physical labels with the central register and custody records. فحص فريق الأصول المعدات المسندة وقارن</a:t>
            </a:r>
          </a:p>
        </p:txBody>
      </p:sp>
      <p:sp>
        <p:nvSpPr>
          <p:cNvPr id="4" name="">
            <a:extLst xmlns:a="http://schemas.openxmlformats.org/drawingml/2006/main">
              <a:ext uri="{FF2B5EF4-FFF2-40B4-BE49-F238E27FC236}">
                <a16:creationId xmlns:a16="http://schemas.microsoft.com/office/drawing/2014/main" id="{5AEC10E4-7A41-4850-AD77-161F12E4279C}"/>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WTHQ-1140  Part 3 of 4</a:t>
            </a:r>
          </a:p>
        </p:txBody>
      </p:sp>
    </p:spTree>
    <p:extLst>
      <p:ext uri="{BB962C8B-B14F-4D97-AF65-F5344CB8AC3E}">
        <p14:creationId xmlns:p14="http://schemas.microsoft.com/office/powerpoint/2010/main" val="44425000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3D9737E-F16B-4C62-A1F8-5648DCDA5D66}"/>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Asset Register Review 4</a:t>
            </a:r>
          </a:p>
        </p:txBody>
      </p:sp>
      <p:sp>
        <p:nvSpPr>
          <p:cNvPr id="2" name="">
            <a:extLst xmlns:a="http://schemas.openxmlformats.org/drawingml/2006/main">
              <a:ext uri="{FF2B5EF4-FFF2-40B4-BE49-F238E27FC236}">
                <a16:creationId xmlns:a16="http://schemas.microsoft.com/office/drawing/2014/main" id="{AB46BF9B-17E2-45A2-A51B-C4811F95F23F}"/>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سجل الأصول‬</a:t>
            </a:r>
          </a:p>
        </p:txBody>
      </p:sp>
      <p:sp>
        <p:nvSpPr>
          <p:cNvPr id="3" name="">
            <a:extLst xmlns:a="http://schemas.openxmlformats.org/drawingml/2006/main">
              <a:ext uri="{FF2B5EF4-FFF2-40B4-BE49-F238E27FC236}">
                <a16:creationId xmlns:a16="http://schemas.microsoft.com/office/drawing/2014/main" id="{6D901C13-B0F8-42EA-AD11-585F81BADB77}"/>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الملصقات الفعلية بالسجل المركزي ووثائق العهدة. يتضمن كل اختلاف الموقع وأمين العهدة وتاريخ المراجعة والإجراء الموثق المطلوب للتصحيح. تعطي الصيانة المخططة الأولوية للسلامة واستمرار الخدمة والمعدات التي تقترب من نهاية عمرها النافع. تتطلب الأصول المستبعدة The responsible team will retain evidence and review progress. وسيحفظ الفريق المسؤول الأدلة ويراجع التقدم.</a:t>
            </a:r>
          </a:p>
        </p:txBody>
      </p:sp>
      <p:sp>
        <p:nvSpPr>
          <p:cNvPr id="4" name="">
            <a:extLst xmlns:a="http://schemas.openxmlformats.org/drawingml/2006/main">
              <a:ext uri="{FF2B5EF4-FFF2-40B4-BE49-F238E27FC236}">
                <a16:creationId xmlns:a16="http://schemas.microsoft.com/office/drawing/2014/main" id="{7A5A917B-FCC2-4049-AFD6-DF810171C119}"/>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WTHQ-1140  Part 4 of 4</a:t>
            </a:r>
          </a:p>
        </p:txBody>
      </p:sp>
    </p:spTree>
    <p:extLst>
      <p:ext uri="{BB962C8B-B14F-4D97-AF65-F5344CB8AC3E}">
        <p14:creationId xmlns:p14="http://schemas.microsoft.com/office/powerpoint/2010/main" val="2358291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2026-09-24T12:44:21.1000000Z</dcterms:created>
  <dcterms:modified xsi:type="dcterms:W3CDTF">2026-09-24T12:44:21.1000000Z</dcterms:modified>
</coreProperties>
</file>