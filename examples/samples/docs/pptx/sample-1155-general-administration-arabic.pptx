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b1182b4faf4863" /><Relationship Type="http://schemas.openxmlformats.org/officeDocument/2006/relationships/extended-properties" Target="/docProps/app.xml" Id="R88c8473aa0574c0c" /><Relationship Type="http://schemas.openxmlformats.org/officeDocument/2006/relationships/officeDocument" Target="/ppt/presentation.xml" Id="R5ddc7f31845d4deb" /></Relationships>
</file>

<file path=ppt/presentation.xml><?xml version="1.0" encoding="utf-8"?>
<p:presentation xmlns:p="http://schemas.openxmlformats.org/presentationml/2006/main">
  <p:sldMasterIdLst>
    <p:sldMasterId xmlns:r="http://schemas.openxmlformats.org/officeDocument/2006/relationships" id="2147483648" r:id="R4f1b4a32587942fb"/>
  </p:sldMasterIdLst>
  <p:notesMasterIdLst>
    <p:notesMasterId xmlns:r="http://schemas.openxmlformats.org/officeDocument/2006/relationships" r:id="R12f7a0c628fa4165"/>
  </p:notesMasterIdLst>
  <p:sldIdLst>
    <p:sldId xmlns:r="http://schemas.openxmlformats.org/officeDocument/2006/relationships" id="256" r:id="R22a76dccdc5a45b8"/>
    <p:sldId xmlns:r="http://schemas.openxmlformats.org/officeDocument/2006/relationships" id="257" r:id="R8e2a5ea4a83a499a"/>
    <p:sldId xmlns:r="http://schemas.openxmlformats.org/officeDocument/2006/relationships" id="258" r:id="Rf3dd1d4c93534331"/>
    <p:sldId xmlns:r="http://schemas.openxmlformats.org/officeDocument/2006/relationships" id="259" r:id="R8ffeb6206c704e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bdaa0c50a3434e" /><Relationship Type="http://schemas.openxmlformats.org/officeDocument/2006/relationships/slideMaster" Target="/ppt/slideMasters/slideMaster1.xml" Id="R4f1b4a32587942fb" /><Relationship Type="http://schemas.openxmlformats.org/officeDocument/2006/relationships/notesMaster" Target="/ppt/notesMasters/notesMaster1.xml" Id="R12f7a0c628fa4165" /><Relationship Type="http://schemas.openxmlformats.org/officeDocument/2006/relationships/presProps" Target="/ppt/presProps.xml" Id="Rddb7fbf932e4489a" /><Relationship Type="http://schemas.openxmlformats.org/officeDocument/2006/relationships/tableStyles" Target="/ppt/tableStyles.xml" Id="Rebfc9ecded294b72" /><Relationship Type="http://schemas.openxmlformats.org/officeDocument/2006/relationships/slide" Target="/ppt/slides/slide1.xml" Id="R22a76dccdc5a45b8" /><Relationship Type="http://schemas.openxmlformats.org/officeDocument/2006/relationships/slide" Target="/ppt/slides/slide2.xml" Id="R8e2a5ea4a83a499a" /><Relationship Type="http://schemas.openxmlformats.org/officeDocument/2006/relationships/slide" Target="/ppt/slides/slide3.xml" Id="Rf3dd1d4c93534331" /><Relationship Type="http://schemas.openxmlformats.org/officeDocument/2006/relationships/slide" Target="/ppt/slides/slide4.xml" Id="R8ffeb6206c704e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e9deec305649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6b90ce8e184cd6" /><Relationship Type="http://schemas.openxmlformats.org/officeDocument/2006/relationships/notesMaster" Target="/ppt/notesMasters/notesMaster1.xml" Id="R108555abdedd4c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9e5d81309f40cd" /><Relationship Type="http://schemas.openxmlformats.org/officeDocument/2006/relationships/notesMaster" Target="/ppt/notesMasters/notesMaster1.xml" Id="Reb6c5dfa368d47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2c613fbc194a96" /><Relationship Type="http://schemas.openxmlformats.org/officeDocument/2006/relationships/notesMaster" Target="/ppt/notesMasters/notesMaster1.xml" Id="R6872b869030644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e6a1f325a6430b" /><Relationship Type="http://schemas.openxmlformats.org/officeDocument/2006/relationships/notesMaster" Target="/ppt/notesMasters/notesMaster1.xml" Id="R07abbc9e219a44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75ea202d694b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59fd25b505494d" /><Relationship Type="http://schemas.openxmlformats.org/officeDocument/2006/relationships/slideLayout" Target="/ppt/slideLayouts/slideLayout1.xml" Id="R610109b8ff394e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0109b8ff394e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d93f4d69a645b9" /><Relationship Type="http://schemas.openxmlformats.org/officeDocument/2006/relationships/notesSlide" Target="/ppt/notesSlides/notesSlide1.xml" Id="Rb07de4c739b14a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70c2e4c4554a36" /><Relationship Type="http://schemas.openxmlformats.org/officeDocument/2006/relationships/notesSlide" Target="/ppt/notesSlides/notesSlide2.xml" Id="R3663390b014b45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0ee0bbba174a46" /><Relationship Type="http://schemas.openxmlformats.org/officeDocument/2006/relationships/notesSlide" Target="/ppt/notesSlides/notesSlide3.xml" Id="Ra6d39e540dcd4d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67a838017847fe" /><Relationship Type="http://schemas.openxmlformats.org/officeDocument/2006/relationships/notesSlide" Target="/ppt/notesSlides/notesSlide4.xml" Id="R80fcab30034344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662B25-FCF9-4A13-93D0-A21BBDE9437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1</a:t>
            </a:r>
          </a:p>
        </p:txBody>
      </p:sp>
      <p:sp>
        <p:nvSpPr>
          <p:cNvPr id="2" name="">
            <a:extLst xmlns:a="http://schemas.openxmlformats.org/drawingml/2006/main">
              <a:ext uri="{FF2B5EF4-FFF2-40B4-BE49-F238E27FC236}">
                <a16:creationId xmlns:a16="http://schemas.microsoft.com/office/drawing/2014/main" id="{21B7C12F-C166-4ECA-AD53-88ED9E2902D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0D08B1A2-3218-4F4A-91EE-D1D90C9156C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wathiqrare1155 uses the uncommon term velleity. وتتضمن المذكرة المصطلح النادر الاستقراء. نسق فريق الإدارة قاعات الاجتماعات والمراسلات وطلبات السفر والخدمات المشتركة للشهر القادم. سجل الموظفون كل طلب مع المسؤول وتاريخ الاستحقاق والمرجع الداعم حتى يبقى العمل المعلق واضحا. يقلل الإجراء المحدث الموافقات المكررة ويحفظ الأدلة بجانب المعاملة التي أنتجتها.</a:t>
            </a:r>
          </a:p>
        </p:txBody>
      </p:sp>
      <p:sp>
        <p:nvSpPr>
          <p:cNvPr id="4" name="">
            <a:extLst xmlns:a="http://schemas.openxmlformats.org/drawingml/2006/main">
              <a:ext uri="{FF2B5EF4-FFF2-40B4-BE49-F238E27FC236}">
                <a16:creationId xmlns:a16="http://schemas.microsoft.com/office/drawing/2014/main" id="{F7C44F59-6732-4E7A-8611-AD146E4E530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WTHQ-1155  Part 1 of 4</a:t>
            </a:r>
          </a:p>
        </p:txBody>
      </p:sp>
    </p:spTree>
    <p:extLst>
      <p:ext uri="{BB962C8B-B14F-4D97-AF65-F5344CB8AC3E}">
        <p14:creationId xmlns:p14="http://schemas.microsoft.com/office/powerpoint/2010/main" val="14857095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25B968-DA06-4AB5-960D-F1CAF9E78DC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2</a:t>
            </a:r>
          </a:p>
        </p:txBody>
      </p:sp>
      <p:sp>
        <p:nvSpPr>
          <p:cNvPr id="2" name="">
            <a:extLst xmlns:a="http://schemas.openxmlformats.org/drawingml/2006/main">
              <a:ext uri="{FF2B5EF4-FFF2-40B4-BE49-F238E27FC236}">
                <a16:creationId xmlns:a16="http://schemas.microsoft.com/office/drawing/2014/main" id="{CE474C35-F848-408F-9048-111F31CE7E2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14579066-0EF8-47A3-BE60-037A64F7A79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سيراجع المشرفون الطلبات المتأخرة أسبوعيا ويعالجون الاعتماديات مع وحدة الأعمال المسؤولة. The administration team coordinated meeting rooms, correspondence, travel requests, and shared services for the coming month. نسق فريق الإدارة قاعات الاجتماعات والمراسلات وطلبات السفر والخدمات المشتركة للشهر القادم. سجل الموظفون كل طلب مع المسؤول وتاريخ الاستحقاق والمرجع الداعم حتى</a:t>
            </a:r>
          </a:p>
        </p:txBody>
      </p:sp>
      <p:sp>
        <p:nvSpPr>
          <p:cNvPr id="4" name="">
            <a:extLst xmlns:a="http://schemas.openxmlformats.org/drawingml/2006/main">
              <a:ext uri="{FF2B5EF4-FFF2-40B4-BE49-F238E27FC236}">
                <a16:creationId xmlns:a16="http://schemas.microsoft.com/office/drawing/2014/main" id="{643EB3FD-FB00-430E-A86F-0E4A1B30406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WTHQ-1155  Part 2 of 4</a:t>
            </a:r>
          </a:p>
        </p:txBody>
      </p:sp>
    </p:spTree>
    <p:extLst>
      <p:ext uri="{BB962C8B-B14F-4D97-AF65-F5344CB8AC3E}">
        <p14:creationId xmlns:p14="http://schemas.microsoft.com/office/powerpoint/2010/main" val="4983727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454461-E520-4474-A7A3-4FDD189F3C4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3</a:t>
            </a:r>
          </a:p>
        </p:txBody>
      </p:sp>
      <p:sp>
        <p:nvSpPr>
          <p:cNvPr id="2" name="">
            <a:extLst xmlns:a="http://schemas.openxmlformats.org/drawingml/2006/main">
              <a:ext uri="{FF2B5EF4-FFF2-40B4-BE49-F238E27FC236}">
                <a16:creationId xmlns:a16="http://schemas.microsoft.com/office/drawing/2014/main" id="{9CF9FDF7-1AE8-43C3-BF69-A073F627BE39}"/>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3DDA93BE-4E2B-4D5D-AA95-BC226B9AB6A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يبقى العمل المعلق واضحا. يقلل الإجراء المحدث الموافقات المكررة ويحفظ الأدلة بجانب المعاملة التي أنتجتها. سيراجع المشرفون الطلبات المتأخرة أسبوعيا ويعالجون الاعتماديات مع وحدة الأعمال المسؤولة. The administration team coordinated meeting rooms, correspondence, travel requests, and shared services for the coming month. نسق فريق الإدارة قاعات الاجتماعات والمراسلات وطلبات السفر</a:t>
            </a:r>
          </a:p>
        </p:txBody>
      </p:sp>
      <p:sp>
        <p:nvSpPr>
          <p:cNvPr id="4" name="">
            <a:extLst xmlns:a="http://schemas.openxmlformats.org/drawingml/2006/main">
              <a:ext uri="{FF2B5EF4-FFF2-40B4-BE49-F238E27FC236}">
                <a16:creationId xmlns:a16="http://schemas.microsoft.com/office/drawing/2014/main" id="{D8CE0E6A-9F65-4ADA-ACCA-CAFF910653E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WTHQ-1155  Part 3 of 4</a:t>
            </a:r>
          </a:p>
        </p:txBody>
      </p:sp>
    </p:spTree>
    <p:extLst>
      <p:ext uri="{BB962C8B-B14F-4D97-AF65-F5344CB8AC3E}">
        <p14:creationId xmlns:p14="http://schemas.microsoft.com/office/powerpoint/2010/main" val="11453877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E5C3F2-E0ED-4C93-B734-98F45659728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4</a:t>
            </a:r>
          </a:p>
        </p:txBody>
      </p:sp>
      <p:sp>
        <p:nvSpPr>
          <p:cNvPr id="2" name="">
            <a:extLst xmlns:a="http://schemas.openxmlformats.org/drawingml/2006/main">
              <a:ext uri="{FF2B5EF4-FFF2-40B4-BE49-F238E27FC236}">
                <a16:creationId xmlns:a16="http://schemas.microsoft.com/office/drawing/2014/main" id="{1F680D1F-B048-46B3-8B6E-B2985EDA9E4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16694473-663E-415A-8BF5-FAD87BDA946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والخدمات المشتركة للشهر القادم. سجل الموظفون كل طلب مع المسؤول وتاريخ الاستحقاق والمرجع الداعم حتى يبقى العمل المعلق واضحا. يقلل الإجراء المحدث الموافقات المكررة ويحفظ الأدلة بجانب المعاملة التي أنتجتها. سيراجع المشرفون الطلبات المتأخرة أسبوعيا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446E54EE-FD16-4779-9194-1C40B9314F8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WTHQ-1155  Part 4 of 4</a:t>
            </a:r>
          </a:p>
        </p:txBody>
      </p:sp>
    </p:spTree>
    <p:extLst>
      <p:ext uri="{BB962C8B-B14F-4D97-AF65-F5344CB8AC3E}">
        <p14:creationId xmlns:p14="http://schemas.microsoft.com/office/powerpoint/2010/main" val="1081626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2026-09-24T12:44:42.6840000Z</dcterms:created>
  <dcterms:modified xsi:type="dcterms:W3CDTF">2026-09-24T12:44:42.6840000Z</dcterms:modified>
</coreProperties>
</file>