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a191cc26c94cbd" /><Relationship Type="http://schemas.openxmlformats.org/officeDocument/2006/relationships/extended-properties" Target="/docProps/app.xml" Id="R75a926f1fabb43d0" /><Relationship Type="http://schemas.openxmlformats.org/officeDocument/2006/relationships/officeDocument" Target="/ppt/presentation.xml" Id="Rf51581e9e63a44dc" /></Relationships>
</file>

<file path=ppt/presentation.xml><?xml version="1.0" encoding="utf-8"?>
<p:presentation xmlns:p="http://schemas.openxmlformats.org/presentationml/2006/main">
  <p:sldMasterIdLst>
    <p:sldMasterId xmlns:r="http://schemas.openxmlformats.org/officeDocument/2006/relationships" id="2147483648" r:id="R31cf46604559416b"/>
  </p:sldMasterIdLst>
  <p:notesMasterIdLst>
    <p:notesMasterId xmlns:r="http://schemas.openxmlformats.org/officeDocument/2006/relationships" r:id="R94360be6f052417d"/>
  </p:notesMasterIdLst>
  <p:sldIdLst>
    <p:sldId xmlns:r="http://schemas.openxmlformats.org/officeDocument/2006/relationships" id="256" r:id="R0abb0c203a734697"/>
    <p:sldId xmlns:r="http://schemas.openxmlformats.org/officeDocument/2006/relationships" id="257" r:id="R52f342ad0ee641b5"/>
    <p:sldId xmlns:r="http://schemas.openxmlformats.org/officeDocument/2006/relationships" id="258" r:id="R1fb7c6bf9d8247d1"/>
    <p:sldId xmlns:r="http://schemas.openxmlformats.org/officeDocument/2006/relationships" id="259" r:id="R8294f5b42b7043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5e0c368eba4192" /><Relationship Type="http://schemas.openxmlformats.org/officeDocument/2006/relationships/slideMaster" Target="/ppt/slideMasters/slideMaster1.xml" Id="R31cf46604559416b" /><Relationship Type="http://schemas.openxmlformats.org/officeDocument/2006/relationships/notesMaster" Target="/ppt/notesMasters/notesMaster1.xml" Id="R94360be6f052417d" /><Relationship Type="http://schemas.openxmlformats.org/officeDocument/2006/relationships/presProps" Target="/ppt/presProps.xml" Id="Rf836c53fe5284078" /><Relationship Type="http://schemas.openxmlformats.org/officeDocument/2006/relationships/tableStyles" Target="/ppt/tableStyles.xml" Id="R28251f80eb6840a5" /><Relationship Type="http://schemas.openxmlformats.org/officeDocument/2006/relationships/slide" Target="/ppt/slides/slide1.xml" Id="R0abb0c203a734697" /><Relationship Type="http://schemas.openxmlformats.org/officeDocument/2006/relationships/slide" Target="/ppt/slides/slide2.xml" Id="R52f342ad0ee641b5" /><Relationship Type="http://schemas.openxmlformats.org/officeDocument/2006/relationships/slide" Target="/ppt/slides/slide3.xml" Id="R1fb7c6bf9d8247d1" /><Relationship Type="http://schemas.openxmlformats.org/officeDocument/2006/relationships/slide" Target="/ppt/slides/slide4.xml" Id="R8294f5b42b7043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590adaf9b747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3bb43ec4444a11" /><Relationship Type="http://schemas.openxmlformats.org/officeDocument/2006/relationships/notesMaster" Target="/ppt/notesMasters/notesMaster1.xml" Id="Rb08dc32b196048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9730514f214665" /><Relationship Type="http://schemas.openxmlformats.org/officeDocument/2006/relationships/notesMaster" Target="/ppt/notesMasters/notesMaster1.xml" Id="R56494337f40140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360afde66545ef" /><Relationship Type="http://schemas.openxmlformats.org/officeDocument/2006/relationships/notesMaster" Target="/ppt/notesMasters/notesMaster1.xml" Id="Rabedbc52ade441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4eb0a7049e4ffb" /><Relationship Type="http://schemas.openxmlformats.org/officeDocument/2006/relationships/notesMaster" Target="/ppt/notesMasters/notesMaster1.xml" Id="R26790c7798a34c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f8badfcc9f45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25200b6e324ef1" /><Relationship Type="http://schemas.openxmlformats.org/officeDocument/2006/relationships/slideLayout" Target="/ppt/slideLayouts/slideLayout1.xml" Id="R58a27547ea3845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a27547ea3845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6bf66c1ce54c52" /><Relationship Type="http://schemas.openxmlformats.org/officeDocument/2006/relationships/notesSlide" Target="/ppt/notesSlides/notesSlide1.xml" Id="Re4009f6d930745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563038a54bc44be" /><Relationship Type="http://schemas.openxmlformats.org/officeDocument/2006/relationships/notesSlide" Target="/ppt/notesSlides/notesSlide2.xml" Id="R67d53021483d4a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97ff9ac1ce341e6" /><Relationship Type="http://schemas.openxmlformats.org/officeDocument/2006/relationships/notesSlide" Target="/ppt/notesSlides/notesSlide3.xml" Id="R5c8210df7e5b47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0df010f03f14435" /><Relationship Type="http://schemas.openxmlformats.org/officeDocument/2006/relationships/notesSlide" Target="/ppt/notesSlides/notesSlide4.xml" Id="Red7520a13ab7448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4C6F01-993C-4F62-9340-D5AED81B38C2}"/>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Asset Register Review 1</a:t>
            </a:r>
          </a:p>
        </p:txBody>
      </p:sp>
      <p:sp>
        <p:nvSpPr>
          <p:cNvPr id="2" name="">
            <a:extLst xmlns:a="http://schemas.openxmlformats.org/drawingml/2006/main">
              <a:ext uri="{FF2B5EF4-FFF2-40B4-BE49-F238E27FC236}">
                <a16:creationId xmlns:a16="http://schemas.microsoft.com/office/drawing/2014/main" id="{BB343316-EB14-41C0-AE8A-515165785966}"/>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سجل الأصول‬</a:t>
            </a:r>
          </a:p>
        </p:txBody>
      </p:sp>
      <p:sp>
        <p:nvSpPr>
          <p:cNvPr id="3" name="">
            <a:extLst xmlns:a="http://schemas.openxmlformats.org/drawingml/2006/main">
              <a:ext uri="{FF2B5EF4-FFF2-40B4-BE49-F238E27FC236}">
                <a16:creationId xmlns:a16="http://schemas.microsoft.com/office/drawing/2014/main" id="{FA90E967-0A6F-4D9B-AEFC-22EFA0AC9F1C}"/>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wathiqrare1124 uses the uncommon term susurrus. وتتضمن المذكرة المصطلح النادر الاستدلال. فحص فريق الأصول المعدات المسندة وقارن الملصقات الفعلية بالسجل المركزي ووثائق العهدة. The asset team inspected assigned equipment and compared physical labels with the central register and custody records. Each discrepancy includes a location, responsible custodian, review date,</a:t>
            </a:r>
          </a:p>
        </p:txBody>
      </p:sp>
      <p:sp>
        <p:nvSpPr>
          <p:cNvPr id="4" name="">
            <a:extLst xmlns:a="http://schemas.openxmlformats.org/drawingml/2006/main">
              <a:ext uri="{FF2B5EF4-FFF2-40B4-BE49-F238E27FC236}">
                <a16:creationId xmlns:a16="http://schemas.microsoft.com/office/drawing/2014/main" id="{A5C55DE0-2B86-421A-B8B6-64B26C7DF494}"/>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WTHQ-1124  Part 1 of 4</a:t>
            </a:r>
          </a:p>
        </p:txBody>
      </p:sp>
    </p:spTree>
    <p:extLst>
      <p:ext uri="{BB962C8B-B14F-4D97-AF65-F5344CB8AC3E}">
        <p14:creationId xmlns:p14="http://schemas.microsoft.com/office/powerpoint/2010/main" val="3254548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2657A7A-0E0A-4F7A-BD59-19CEAF55D103}"/>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Asset Register Review 2</a:t>
            </a:r>
          </a:p>
        </p:txBody>
      </p:sp>
      <p:sp>
        <p:nvSpPr>
          <p:cNvPr id="2" name="">
            <a:extLst xmlns:a="http://schemas.openxmlformats.org/drawingml/2006/main">
              <a:ext uri="{FF2B5EF4-FFF2-40B4-BE49-F238E27FC236}">
                <a16:creationId xmlns:a16="http://schemas.microsoft.com/office/drawing/2014/main" id="{0E1527A0-CA30-4C68-B309-4FB2183603FA}"/>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سجل الأصول‬</a:t>
            </a:r>
          </a:p>
        </p:txBody>
      </p:sp>
      <p:sp>
        <p:nvSpPr>
          <p:cNvPr id="3" name="">
            <a:extLst xmlns:a="http://schemas.openxmlformats.org/drawingml/2006/main">
              <a:ext uri="{FF2B5EF4-FFF2-40B4-BE49-F238E27FC236}">
                <a16:creationId xmlns:a16="http://schemas.microsoft.com/office/drawing/2014/main" id="{3771BA65-293F-44EF-B560-CE886CAF0011}"/>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and documented action for correction. Planned maintenance gives priority to safety, service continuity, and equipment approaching the end of its useful life. Disposed assets require approved evidence before their records can be closed in the management system. فحص فريق الأصول المعدات المسندة وقارن الملصقات الفعلية بالسجل المركزي ووثائق العهدة. The</a:t>
            </a:r>
          </a:p>
        </p:txBody>
      </p:sp>
      <p:sp>
        <p:nvSpPr>
          <p:cNvPr id="4" name="">
            <a:extLst xmlns:a="http://schemas.openxmlformats.org/drawingml/2006/main">
              <a:ext uri="{FF2B5EF4-FFF2-40B4-BE49-F238E27FC236}">
                <a16:creationId xmlns:a16="http://schemas.microsoft.com/office/drawing/2014/main" id="{DB45E763-97AA-4F08-861F-23F40ED940AB}"/>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WTHQ-1124  Part 2 of 4</a:t>
            </a:r>
          </a:p>
        </p:txBody>
      </p:sp>
    </p:spTree>
    <p:extLst>
      <p:ext uri="{BB962C8B-B14F-4D97-AF65-F5344CB8AC3E}">
        <p14:creationId xmlns:p14="http://schemas.microsoft.com/office/powerpoint/2010/main" val="12406900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7DB3D6-E830-4F59-BBF0-E373F95BABAD}"/>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Asset Register Review 3</a:t>
            </a:r>
          </a:p>
        </p:txBody>
      </p:sp>
      <p:sp>
        <p:nvSpPr>
          <p:cNvPr id="2" name="">
            <a:extLst xmlns:a="http://schemas.openxmlformats.org/drawingml/2006/main">
              <a:ext uri="{FF2B5EF4-FFF2-40B4-BE49-F238E27FC236}">
                <a16:creationId xmlns:a16="http://schemas.microsoft.com/office/drawing/2014/main" id="{6B78955B-65BC-4DFC-AFDB-31F3E7117735}"/>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سجل الأصول‬</a:t>
            </a:r>
          </a:p>
        </p:txBody>
      </p:sp>
      <p:sp>
        <p:nvSpPr>
          <p:cNvPr id="3" name="">
            <a:extLst xmlns:a="http://schemas.openxmlformats.org/drawingml/2006/main">
              <a:ext uri="{FF2B5EF4-FFF2-40B4-BE49-F238E27FC236}">
                <a16:creationId xmlns:a16="http://schemas.microsoft.com/office/drawing/2014/main" id="{10AB5091-670F-4A77-AAB8-342871FCDEFB}"/>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asset team inspected assigned equipment and compared physical labels with the central register and custody records. Each discrepancy includes a location, responsible custodian, review date, and documented action for correction. Planned maintenance gives priority to safety, service continuity, and equipment approaching the end of its useful life. Disposed assets require</a:t>
            </a:r>
          </a:p>
        </p:txBody>
      </p:sp>
      <p:sp>
        <p:nvSpPr>
          <p:cNvPr id="4" name="">
            <a:extLst xmlns:a="http://schemas.openxmlformats.org/drawingml/2006/main">
              <a:ext uri="{FF2B5EF4-FFF2-40B4-BE49-F238E27FC236}">
                <a16:creationId xmlns:a16="http://schemas.microsoft.com/office/drawing/2014/main" id="{F773DB35-BE8E-4AE9-BBFA-A928701D91B7}"/>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WTHQ-1124  Part 3 of 4</a:t>
            </a:r>
          </a:p>
        </p:txBody>
      </p:sp>
    </p:spTree>
    <p:extLst>
      <p:ext uri="{BB962C8B-B14F-4D97-AF65-F5344CB8AC3E}">
        <p14:creationId xmlns:p14="http://schemas.microsoft.com/office/powerpoint/2010/main" val="10057476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B047B04-997B-4E17-801F-583C41111390}"/>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Asset Register Review 4</a:t>
            </a:r>
          </a:p>
        </p:txBody>
      </p:sp>
      <p:sp>
        <p:nvSpPr>
          <p:cNvPr id="2" name="">
            <a:extLst xmlns:a="http://schemas.openxmlformats.org/drawingml/2006/main">
              <a:ext uri="{FF2B5EF4-FFF2-40B4-BE49-F238E27FC236}">
                <a16:creationId xmlns:a16="http://schemas.microsoft.com/office/drawing/2014/main" id="{AD0B660A-F1B2-4B86-B1E5-89C35BED90D9}"/>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سجل الأصول‬</a:t>
            </a:r>
          </a:p>
        </p:txBody>
      </p:sp>
      <p:sp>
        <p:nvSpPr>
          <p:cNvPr id="3" name="">
            <a:extLst xmlns:a="http://schemas.openxmlformats.org/drawingml/2006/main">
              <a:ext uri="{FF2B5EF4-FFF2-40B4-BE49-F238E27FC236}">
                <a16:creationId xmlns:a16="http://schemas.microsoft.com/office/drawing/2014/main" id="{F784B804-714D-4F2D-9037-32D0FDF6D1D5}"/>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approved evidence before their records can be closed in the management system. فحص فريق الأصول المعدات المسندة وقارن الملصقات الفعلية بالسجل المركزي ووثائق العهدة. The asset team inspected assigned equipment and compared physical labels with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B16AF64E-C963-4773-9370-0CA488AE42A5}"/>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WTHQ-1124  Part 4 of 4</a:t>
            </a:r>
          </a:p>
        </p:txBody>
      </p:sp>
    </p:spTree>
    <p:extLst>
      <p:ext uri="{BB962C8B-B14F-4D97-AF65-F5344CB8AC3E}">
        <p14:creationId xmlns:p14="http://schemas.microsoft.com/office/powerpoint/2010/main" val="13536736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2026-09-24T12:43:56.6640000Z</dcterms:created>
  <dcterms:modified xsi:type="dcterms:W3CDTF">2026-09-24T12:43:56.6640000Z</dcterms:modified>
</coreProperties>
</file>