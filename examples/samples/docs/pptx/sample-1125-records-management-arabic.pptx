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f8afaac497c4690" /><Relationship Type="http://schemas.openxmlformats.org/officeDocument/2006/relationships/extended-properties" Target="/docProps/app.xml" Id="R8554c4cbe99a4bab" /><Relationship Type="http://schemas.openxmlformats.org/officeDocument/2006/relationships/officeDocument" Target="/ppt/presentation.xml" Id="Rabeb97ef0dc94260" /></Relationships>
</file>

<file path=ppt/presentation.xml><?xml version="1.0" encoding="utf-8"?>
<p:presentation xmlns:p="http://schemas.openxmlformats.org/presentationml/2006/main">
  <p:sldMasterIdLst>
    <p:sldMasterId xmlns:r="http://schemas.openxmlformats.org/officeDocument/2006/relationships" id="2147483648" r:id="R6154454ac5994206"/>
  </p:sldMasterIdLst>
  <p:notesMasterIdLst>
    <p:notesMasterId xmlns:r="http://schemas.openxmlformats.org/officeDocument/2006/relationships" r:id="Readf894ce1264236"/>
  </p:notesMasterIdLst>
  <p:sldIdLst>
    <p:sldId xmlns:r="http://schemas.openxmlformats.org/officeDocument/2006/relationships" id="256" r:id="R09076f53ab954e0c"/>
    <p:sldId xmlns:r="http://schemas.openxmlformats.org/officeDocument/2006/relationships" id="257" r:id="R088ecc2454cf4a65"/>
    <p:sldId xmlns:r="http://schemas.openxmlformats.org/officeDocument/2006/relationships" id="258" r:id="R60cce1c072244b30"/>
    <p:sldId xmlns:r="http://schemas.openxmlformats.org/officeDocument/2006/relationships" id="259" r:id="Rcf3e8766b22142e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698497d9862459b" /><Relationship Type="http://schemas.openxmlformats.org/officeDocument/2006/relationships/slideMaster" Target="/ppt/slideMasters/slideMaster1.xml" Id="R6154454ac5994206" /><Relationship Type="http://schemas.openxmlformats.org/officeDocument/2006/relationships/notesMaster" Target="/ppt/notesMasters/notesMaster1.xml" Id="Readf894ce1264236" /><Relationship Type="http://schemas.openxmlformats.org/officeDocument/2006/relationships/presProps" Target="/ppt/presProps.xml" Id="R7767653f603c4b5b" /><Relationship Type="http://schemas.openxmlformats.org/officeDocument/2006/relationships/tableStyles" Target="/ppt/tableStyles.xml" Id="R1715021dbffa4cb3" /><Relationship Type="http://schemas.openxmlformats.org/officeDocument/2006/relationships/slide" Target="/ppt/slides/slide1.xml" Id="R09076f53ab954e0c" /><Relationship Type="http://schemas.openxmlformats.org/officeDocument/2006/relationships/slide" Target="/ppt/slides/slide2.xml" Id="R088ecc2454cf4a65" /><Relationship Type="http://schemas.openxmlformats.org/officeDocument/2006/relationships/slide" Target="/ppt/slides/slide3.xml" Id="R60cce1c072244b30" /><Relationship Type="http://schemas.openxmlformats.org/officeDocument/2006/relationships/slide" Target="/ppt/slides/slide4.xml" Id="Rcf3e8766b22142e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38c67d67484125"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9c2e793e07d487a" /><Relationship Type="http://schemas.openxmlformats.org/officeDocument/2006/relationships/notesMaster" Target="/ppt/notesMasters/notesMaster1.xml" Id="R6aec4b72675d4d4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ab25c1edf634db2" /><Relationship Type="http://schemas.openxmlformats.org/officeDocument/2006/relationships/notesMaster" Target="/ppt/notesMasters/notesMaster1.xml" Id="Re6bd1ae45d6c44cc" /></Relationships>
</file>

<file path=ppt/notesSlides/_rels/notesSlide3.xml.rels>&#65279;<?xml version="1.0" encoding="utf-8"?><Relationships xmlns="http://schemas.openxmlformats.org/package/2006/relationships"><Relationship Type="http://schemas.openxmlformats.org/officeDocument/2006/relationships/slide" Target="/ppt/slides/slide3.xml" Id="Rc9bd9c4e5daa41dd" /><Relationship Type="http://schemas.openxmlformats.org/officeDocument/2006/relationships/notesMaster" Target="/ppt/notesMasters/notesMaster1.xml" Id="R14f22bbfe0d440bd" /></Relationships>
</file>

<file path=ppt/notesSlides/_rels/notesSlide4.xml.rels>&#65279;<?xml version="1.0" encoding="utf-8"?><Relationships xmlns="http://schemas.openxmlformats.org/package/2006/relationships"><Relationship Type="http://schemas.openxmlformats.org/officeDocument/2006/relationships/slide" Target="/ppt/slides/slide4.xml" Id="R1689a84d1ca74f20" /><Relationship Type="http://schemas.openxmlformats.org/officeDocument/2006/relationships/notesMaster" Target="/ppt/notesMasters/notesMaster1.xml" Id="Rd71169ea1809448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8e572582c1342c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38e76ca97e2439b" /><Relationship Type="http://schemas.openxmlformats.org/officeDocument/2006/relationships/slideLayout" Target="/ppt/slideLayouts/slideLayout1.xml" Id="Rd8168c7da1be449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8168c7da1be449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0f247c8950040f5" /><Relationship Type="http://schemas.openxmlformats.org/officeDocument/2006/relationships/notesSlide" Target="/ppt/notesSlides/notesSlide1.xml" Id="Rc57fb01344ff47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3de336703d794dbd" /><Relationship Type="http://schemas.openxmlformats.org/officeDocument/2006/relationships/notesSlide" Target="/ppt/notesSlides/notesSlide2.xml" Id="R42f152bbb9a846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a1d76139d87343ea" /><Relationship Type="http://schemas.openxmlformats.org/officeDocument/2006/relationships/notesSlide" Target="/ppt/notesSlides/notesSlide3.xml" Id="R1675257dd6254fd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e31b9be61324e15" /><Relationship Type="http://schemas.openxmlformats.org/officeDocument/2006/relationships/notesSlide" Target="/ppt/notesSlides/notesSlide4.xml" Id="R5e0fdd696a324e01"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FE7F467B-5307-4DF2-9493-EA0CFAA11BB7}"/>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1</a:t>
            </a:r>
          </a:p>
        </p:txBody>
      </p:sp>
      <p:sp>
        <p:nvSpPr>
          <p:cNvPr id="2" name="">
            <a:extLst xmlns:a="http://schemas.openxmlformats.org/drawingml/2006/main">
              <a:ext uri="{FF2B5EF4-FFF2-40B4-BE49-F238E27FC236}">
                <a16:creationId xmlns:a16="http://schemas.microsoft.com/office/drawing/2014/main" id="{AF071571-E9D8-42DE-A347-1925BD1BEFDE}"/>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9E8818F1-E0A0-4BF4-992F-DB551D31BD7C}"/>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Reference wathiqrare1125 uses the uncommon term velleity. وتتضمن المذكرة المصطلح النادر الاستقراء. راجع موظفو السجلات التصنيفات ومدد الحفظ وضوابط الوصول وجاهزية التحويل في ملفات الأعمال النشطة. يجب أن يبقى كل مكون رقمي مرتبطا بسجله الرسمي وأن يحتفظ ببصمة محتوى قابلة للتحقق. حددت المراجعة نسخ العمل المكررة وكلفت المسؤولين بتأكيد التصرف</a:t>
            </a:r>
          </a:p>
        </p:txBody>
      </p:sp>
      <p:sp>
        <p:nvSpPr>
          <p:cNvPr id="4" name="">
            <a:extLst xmlns:a="http://schemas.openxmlformats.org/drawingml/2006/main">
              <a:ext uri="{FF2B5EF4-FFF2-40B4-BE49-F238E27FC236}">
                <a16:creationId xmlns:a16="http://schemas.microsoft.com/office/drawing/2014/main" id="{65E0656E-D5F2-4BBC-9A00-92A0CFFD4558}"/>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WTHQ-1125  Part 1 of 4</a:t>
            </a:r>
          </a:p>
        </p:txBody>
      </p:sp>
    </p:spTree>
    <p:extLst>
      <p:ext uri="{BB962C8B-B14F-4D97-AF65-F5344CB8AC3E}">
        <p14:creationId xmlns:p14="http://schemas.microsoft.com/office/powerpoint/2010/main" val="20674417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81F631-FEB0-43B8-81A7-3DFC6B2F1854}"/>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2</a:t>
            </a:r>
          </a:p>
        </p:txBody>
      </p:sp>
      <p:sp>
        <p:nvSpPr>
          <p:cNvPr id="2" name="">
            <a:extLst xmlns:a="http://schemas.openxmlformats.org/drawingml/2006/main">
              <a:ext uri="{FF2B5EF4-FFF2-40B4-BE49-F238E27FC236}">
                <a16:creationId xmlns:a16="http://schemas.microsoft.com/office/drawing/2014/main" id="{5CA537A0-D73E-4615-B36D-7F16D0390537}"/>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E4BEC4BC-2DB5-42E0-8B55-D4A7BB0CCB84}"/>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دون إزالة دليل خاضع للحجز القانوني. ستتبع تصحيحات البيانات الوصفية مسار التدقيق المعتمد وتحافظ على تاريخ كل تغيير محكوم. Records staff reviewed file classifications, retention periods, access controls, and transfer readiness across active business folders. راجع موظفو السجلات التصنيفات ومدد الحفظ وضوابط الوصول وجاهزية التحويل في ملفات الأعمال النشطة. يجب</a:t>
            </a:r>
          </a:p>
        </p:txBody>
      </p:sp>
      <p:sp>
        <p:nvSpPr>
          <p:cNvPr id="4" name="">
            <a:extLst xmlns:a="http://schemas.openxmlformats.org/drawingml/2006/main">
              <a:ext uri="{FF2B5EF4-FFF2-40B4-BE49-F238E27FC236}">
                <a16:creationId xmlns:a16="http://schemas.microsoft.com/office/drawing/2014/main" id="{25CB395B-5D46-4A83-847B-5B7831DF8B65}"/>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WTHQ-1125  Part 2 of 4</a:t>
            </a:r>
          </a:p>
        </p:txBody>
      </p:sp>
    </p:spTree>
    <p:extLst>
      <p:ext uri="{BB962C8B-B14F-4D97-AF65-F5344CB8AC3E}">
        <p14:creationId xmlns:p14="http://schemas.microsoft.com/office/powerpoint/2010/main" val="8825148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ABB65D6-1790-43A1-BE60-2E45ECE23A53}"/>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3</a:t>
            </a:r>
          </a:p>
        </p:txBody>
      </p:sp>
      <p:sp>
        <p:nvSpPr>
          <p:cNvPr id="2" name="">
            <a:extLst xmlns:a="http://schemas.openxmlformats.org/drawingml/2006/main">
              <a:ext uri="{FF2B5EF4-FFF2-40B4-BE49-F238E27FC236}">
                <a16:creationId xmlns:a16="http://schemas.microsoft.com/office/drawing/2014/main" id="{41E9C796-8AB4-4F9F-B815-951641F210EC}"/>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87A81C56-6922-4E9B-8AE5-84DCFA5E0400}"/>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أن يبقى كل مكون رقمي مرتبطا بسجله الرسمي وأن يحتفظ ببصمة محتوى قابلة للتحقق. حددت المراجعة نسخ العمل المكررة وكلفت المسؤولين بتأكيد التصرف دون إزالة دليل خاضع للحجز القانوني. ستتبع تصحيحات البيانات الوصفية مسار التدقيق المعتمد وتحافظ على تاريخ كل تغيير محكوم. Records staff reviewed file classifications, retention periods, access</a:t>
            </a:r>
          </a:p>
        </p:txBody>
      </p:sp>
      <p:sp>
        <p:nvSpPr>
          <p:cNvPr id="4" name="">
            <a:extLst xmlns:a="http://schemas.openxmlformats.org/drawingml/2006/main">
              <a:ext uri="{FF2B5EF4-FFF2-40B4-BE49-F238E27FC236}">
                <a16:creationId xmlns:a16="http://schemas.microsoft.com/office/drawing/2014/main" id="{A3159E64-5DF8-4CD2-BFC5-A0FB77C805D6}"/>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WTHQ-1125  Part 3 of 4</a:t>
            </a:r>
          </a:p>
        </p:txBody>
      </p:sp>
    </p:spTree>
    <p:extLst>
      <p:ext uri="{BB962C8B-B14F-4D97-AF65-F5344CB8AC3E}">
        <p14:creationId xmlns:p14="http://schemas.microsoft.com/office/powerpoint/2010/main" val="2801484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C14D21C-762D-4FE2-9DA3-B0CF3129A502}"/>
              </a:ext>
            </a:extLst>
          </p:cNvPr>
          <p:cNvSpPr>
            <a:spLocks xmlns:a="http://schemas.openxmlformats.org/drawingml/2006/main" noGrp="1"/>
          </p:cNvSpPr>
          <p:nvPr/>
        </p:nvSpPr>
        <p:spPr>
          <a:xfrm xmlns:a="http://schemas.openxmlformats.org/drawingml/2006/main">
            <a:off x="666750" y="428625"/>
            <a:ext cx="10858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550" b="1">
                <a:solidFill>
                  <a:srgbClr val="17365D"/>
                </a:solidFill>
                <a:latin typeface="Arial"/>
                <a:ea typeface="Arial"/>
                <a:cs typeface="Arial"/>
              </a:defRPr>
            </a:pPr>
            <a:r>
              <a:rPr sz="2550" b="1">
                <a:solidFill>
                  <a:srgbClr val="17365D"/>
                </a:solidFill>
                <a:latin typeface="Arial"/>
                <a:ea typeface="Arial"/>
                <a:cs typeface="Arial"/>
              </a:rPr>
              <a:t>Records Classification Review 4</a:t>
            </a:r>
          </a:p>
        </p:txBody>
      </p:sp>
      <p:sp>
        <p:nvSpPr>
          <p:cNvPr id="2" name="">
            <a:extLst xmlns:a="http://schemas.openxmlformats.org/drawingml/2006/main">
              <a:ext uri="{FF2B5EF4-FFF2-40B4-BE49-F238E27FC236}">
                <a16:creationId xmlns:a16="http://schemas.microsoft.com/office/drawing/2014/main" id="{240E46E2-08F8-4AD0-AC88-EB49AB524F11}"/>
              </a:ext>
            </a:extLst>
          </p:cNvPr>
          <p:cNvSpPr>
            <a:spLocks xmlns:a="http://schemas.openxmlformats.org/drawingml/2006/main" noGrp="1"/>
          </p:cNvSpPr>
          <p:nvPr/>
        </p:nvSpPr>
        <p:spPr>
          <a:xfrm xmlns:a="http://schemas.openxmlformats.org/drawingml/2006/main">
            <a:off x="666750" y="1047750"/>
            <a:ext cx="1085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lgn="r">
              <a:defRPr sz="1875" b="1">
                <a:solidFill>
                  <a:srgbClr val="243B53"/>
                </a:solidFill>
                <a:latin typeface="Arial"/>
                <a:ea typeface="Arial"/>
                <a:cs typeface="Arial"/>
              </a:defRPr>
            </a:pPr>
            <a:r>
              <a:rPr sz="1875" b="1">
                <a:solidFill>
                  <a:srgbClr val="243B53"/>
                </a:solidFill>
                <a:latin typeface="Arial"/>
                <a:ea typeface="Arial"/>
                <a:cs typeface="Arial"/>
              </a:rPr>
              <a:t>‫مراجعة تصنيف السجلات‬</a:t>
            </a:r>
          </a:p>
        </p:txBody>
      </p:sp>
      <p:sp>
        <p:nvSpPr>
          <p:cNvPr id="3" name="">
            <a:extLst xmlns:a="http://schemas.openxmlformats.org/drawingml/2006/main">
              <a:ext uri="{FF2B5EF4-FFF2-40B4-BE49-F238E27FC236}">
                <a16:creationId xmlns:a16="http://schemas.microsoft.com/office/drawing/2014/main" id="{FF3C1A34-4083-47BB-985D-3CFC923170F8}"/>
              </a:ext>
            </a:extLst>
          </p:cNvPr>
          <p:cNvSpPr>
            <a:spLocks xmlns:a="http://schemas.openxmlformats.org/drawingml/2006/main" noGrp="1"/>
          </p:cNvSpPr>
          <p:nvPr/>
        </p:nvSpPr>
        <p:spPr>
          <a:xfrm xmlns:a="http://schemas.openxmlformats.org/drawingml/2006/main">
            <a:off x="857250" y="1762125"/>
            <a:ext cx="10477500" cy="381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p xmlns:a="http://schemas.openxmlformats.org/drawingml/2006/main">
            <a:pPr>
              <a:defRPr sz="1575">
                <a:solidFill>
                  <a:srgbClr val="172033"/>
                </a:solidFill>
                <a:latin typeface="Arial"/>
                <a:ea typeface="Arial"/>
                <a:cs typeface="Arial"/>
              </a:defRPr>
            </a:pPr>
            <a:r>
              <a:rPr sz="1575">
                <a:solidFill>
                  <a:srgbClr val="172033"/>
                </a:solidFill>
                <a:latin typeface="Arial"/>
                <a:ea typeface="Arial"/>
                <a:cs typeface="Arial"/>
              </a:rPr>
              <a:t>controls, and transfer readiness across active business folders. راجع موظفو السجلات التصنيفات ومدد الحفظ وضوابط الوصول وجاهزية التحويل في ملفات الأعمال النشطة. يجب أن يبقى كل مكون رقمي مرتبطا بسجله الرسمي وأن يحتفظ ببصمة محتوى The responsible team will retain evidence and review progress. وسيحفظ الفريق المسؤول الأدلة ويراجع التقدم.</a:t>
            </a:r>
          </a:p>
        </p:txBody>
      </p:sp>
      <p:sp>
        <p:nvSpPr>
          <p:cNvPr id="4" name="">
            <a:extLst xmlns:a="http://schemas.openxmlformats.org/drawingml/2006/main">
              <a:ext uri="{FF2B5EF4-FFF2-40B4-BE49-F238E27FC236}">
                <a16:creationId xmlns:a16="http://schemas.microsoft.com/office/drawing/2014/main" id="{90A6E461-93E9-4B5A-8172-D6545584FB1F}"/>
              </a:ext>
            </a:extLst>
          </p:cNvPr>
          <p:cNvSpPr>
            <a:spLocks xmlns:a="http://schemas.openxmlformats.org/drawingml/2006/main" noGrp="1"/>
          </p:cNvSpPr>
          <p:nvPr/>
        </p:nvSpPr>
        <p:spPr>
          <a:xfrm xmlns:a="http://schemas.openxmlformats.org/drawingml/2006/main">
            <a:off x="857250" y="6096000"/>
            <a:ext cx="1047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975">
                <a:solidFill>
                  <a:srgbClr val="526174"/>
                </a:solidFill>
                <a:latin typeface="Arial"/>
                <a:ea typeface="Arial"/>
                <a:cs typeface="Arial"/>
              </a:defRPr>
            </a:pPr>
            <a:r>
              <a:rPr sz="975">
                <a:solidFill>
                  <a:srgbClr val="526174"/>
                </a:solidFill>
                <a:latin typeface="Arial"/>
                <a:ea typeface="Arial"/>
                <a:cs typeface="Arial"/>
              </a:rPr>
              <a:t>Synthetic reference WTHQ-1125  Part 4 of 4</a:t>
            </a:r>
          </a:p>
        </p:txBody>
      </p:sp>
    </p:spTree>
    <p:extLst>
      <p:ext uri="{BB962C8B-B14F-4D97-AF65-F5344CB8AC3E}">
        <p14:creationId xmlns:p14="http://schemas.microsoft.com/office/powerpoint/2010/main" val="184522491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2026-09-24T12:43:58.2230000Z</dcterms:created>
  <dcterms:modified xsi:type="dcterms:W3CDTF">2026-09-24T12:43:58.2230000Z</dcterms:modified>
</coreProperties>
</file>