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7ab13ca50e4c9a" /><Relationship Type="http://schemas.openxmlformats.org/officeDocument/2006/relationships/extended-properties" Target="/docProps/app.xml" Id="R33c3dd54d7b84a0d" /><Relationship Type="http://schemas.openxmlformats.org/officeDocument/2006/relationships/officeDocument" Target="/ppt/presentation.xml" Id="R42687fe3d1f74b58" /></Relationships>
</file>

<file path=ppt/presentation.xml><?xml version="1.0" encoding="utf-8"?>
<p:presentation xmlns:p="http://schemas.openxmlformats.org/presentationml/2006/main">
  <p:sldMasterIdLst>
    <p:sldMasterId xmlns:r="http://schemas.openxmlformats.org/officeDocument/2006/relationships" id="2147483648" r:id="Rf0e197a8d7c74c37"/>
  </p:sldMasterIdLst>
  <p:notesMasterIdLst>
    <p:notesMasterId xmlns:r="http://schemas.openxmlformats.org/officeDocument/2006/relationships" r:id="R9ace1eb4bb244009"/>
  </p:notesMasterIdLst>
  <p:sldIdLst>
    <p:sldId xmlns:r="http://schemas.openxmlformats.org/officeDocument/2006/relationships" id="256" r:id="R28b8cc5e807842d3"/>
    <p:sldId xmlns:r="http://schemas.openxmlformats.org/officeDocument/2006/relationships" id="257" r:id="R7fe2ceda736445b6"/>
    <p:sldId xmlns:r="http://schemas.openxmlformats.org/officeDocument/2006/relationships" id="258" r:id="R78416a523362415f"/>
    <p:sldId xmlns:r="http://schemas.openxmlformats.org/officeDocument/2006/relationships" id="259" r:id="R94ad1ef4f71142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448f114afb4fae" /><Relationship Type="http://schemas.openxmlformats.org/officeDocument/2006/relationships/slideMaster" Target="/ppt/slideMasters/slideMaster1.xml" Id="Rf0e197a8d7c74c37" /><Relationship Type="http://schemas.openxmlformats.org/officeDocument/2006/relationships/notesMaster" Target="/ppt/notesMasters/notesMaster1.xml" Id="R9ace1eb4bb244009" /><Relationship Type="http://schemas.openxmlformats.org/officeDocument/2006/relationships/presProps" Target="/ppt/presProps.xml" Id="Rfbef8a2aebbb4c0e" /><Relationship Type="http://schemas.openxmlformats.org/officeDocument/2006/relationships/tableStyles" Target="/ppt/tableStyles.xml" Id="R982660267014410c" /><Relationship Type="http://schemas.openxmlformats.org/officeDocument/2006/relationships/slide" Target="/ppt/slides/slide1.xml" Id="R28b8cc5e807842d3" /><Relationship Type="http://schemas.openxmlformats.org/officeDocument/2006/relationships/slide" Target="/ppt/slides/slide2.xml" Id="R7fe2ceda736445b6" /><Relationship Type="http://schemas.openxmlformats.org/officeDocument/2006/relationships/slide" Target="/ppt/slides/slide3.xml" Id="R78416a523362415f" /><Relationship Type="http://schemas.openxmlformats.org/officeDocument/2006/relationships/slide" Target="/ppt/slides/slide4.xml" Id="R94ad1ef4f71142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d97a2c36af40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64dd61056b4635" /><Relationship Type="http://schemas.openxmlformats.org/officeDocument/2006/relationships/notesMaster" Target="/ppt/notesMasters/notesMaster1.xml" Id="Rda80fc57f43a44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13d340ebb440fa" /><Relationship Type="http://schemas.openxmlformats.org/officeDocument/2006/relationships/notesMaster" Target="/ppt/notesMasters/notesMaster1.xml" Id="Re50f5f49d7344e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9968aa763f479d" /><Relationship Type="http://schemas.openxmlformats.org/officeDocument/2006/relationships/notesMaster" Target="/ppt/notesMasters/notesMaster1.xml" Id="Rf92e6e476ed84a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77b93063784518" /><Relationship Type="http://schemas.openxmlformats.org/officeDocument/2006/relationships/notesMaster" Target="/ppt/notesMasters/notesMaster1.xml" Id="R2adc5a00968240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e61b382614e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d4bd25b7da4c12" /><Relationship Type="http://schemas.openxmlformats.org/officeDocument/2006/relationships/slideLayout" Target="/ppt/slideLayouts/slideLayout1.xml" Id="R5a01ce98f2f44b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01ce98f2f44b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0070c441334a56" /><Relationship Type="http://schemas.openxmlformats.org/officeDocument/2006/relationships/notesSlide" Target="/ppt/notesSlides/notesSlide1.xml" Id="R2e69efe0335b43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241ead413e4337" /><Relationship Type="http://schemas.openxmlformats.org/officeDocument/2006/relationships/notesSlide" Target="/ppt/notesSlides/notesSlide2.xml" Id="Ref60405dc01a43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7f4c3e21e04f97" /><Relationship Type="http://schemas.openxmlformats.org/officeDocument/2006/relationships/notesSlide" Target="/ppt/notesSlides/notesSlide3.xml" Id="R7aefe6308d8b4b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aa615157254c33" /><Relationship Type="http://schemas.openxmlformats.org/officeDocument/2006/relationships/notesSlide" Target="/ppt/notesSlides/notesSlide4.xml" Id="R3e1cd6833a3b482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555DB4-AAB0-4DAE-A695-879E9BB2C3A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1</a:t>
            </a:r>
          </a:p>
        </p:txBody>
      </p:sp>
      <p:sp>
        <p:nvSpPr>
          <p:cNvPr id="2" name="">
            <a:extLst xmlns:a="http://schemas.openxmlformats.org/drawingml/2006/main">
              <a:ext uri="{FF2B5EF4-FFF2-40B4-BE49-F238E27FC236}">
                <a16:creationId xmlns:a16="http://schemas.microsoft.com/office/drawing/2014/main" id="{632AAFE5-EB78-4C36-992F-304FD6460CC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764FBCC0-2517-49D6-8E8C-639D26EAE70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wathiqrare1142 uses the uncommon term zeugma. وتتضمن المذكرة المصطلح النادر التبويب. The current plan protects critical testing time while allowing lower priority activities to move within agreed tolerances. Sponsors will receive a concise status report showing progress, unresolved decisions, and accountable action owners. راجع فريق المشروع المراحل والاعتماديات والمخاطر</a:t>
            </a:r>
          </a:p>
        </p:txBody>
      </p:sp>
      <p:sp>
        <p:nvSpPr>
          <p:cNvPr id="4" name="">
            <a:extLst xmlns:a="http://schemas.openxmlformats.org/drawingml/2006/main">
              <a:ext uri="{FF2B5EF4-FFF2-40B4-BE49-F238E27FC236}">
                <a16:creationId xmlns:a16="http://schemas.microsoft.com/office/drawing/2014/main" id="{2CA03C60-CA92-4F7A-890A-5C431C700DDD}"/>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WTHQ-1142  Part 1 of 4</a:t>
            </a:r>
          </a:p>
        </p:txBody>
      </p:sp>
    </p:spTree>
    <p:extLst>
      <p:ext uri="{BB962C8B-B14F-4D97-AF65-F5344CB8AC3E}">
        <p14:creationId xmlns:p14="http://schemas.microsoft.com/office/powerpoint/2010/main" val="696620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800C5F-E6D8-440C-84CB-CFBFEE6C719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2</a:t>
            </a:r>
          </a:p>
        </p:txBody>
      </p:sp>
      <p:sp>
        <p:nvSpPr>
          <p:cNvPr id="2" name="">
            <a:extLst xmlns:a="http://schemas.openxmlformats.org/drawingml/2006/main">
              <a:ext uri="{FF2B5EF4-FFF2-40B4-BE49-F238E27FC236}">
                <a16:creationId xmlns:a16="http://schemas.microsoft.com/office/drawing/2014/main" id="{E6F72833-30B6-407E-9FCB-F1CFE07D0E8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F124FB43-BFB4-47A8-B3D3-7EEF9FA0AD1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والقرارات قبل تحديث جدول التنفيذ. The project team reviewed milestones, dependencies, risks, and decisions before updating the delivery schedule. Workstream leads confirmed completed tasks with evidence and identified constraints that could affect the next reporting period. The current plan protects critical testing time while allowing lower priority activities to move</a:t>
            </a:r>
          </a:p>
        </p:txBody>
      </p:sp>
      <p:sp>
        <p:nvSpPr>
          <p:cNvPr id="4" name="">
            <a:extLst xmlns:a="http://schemas.openxmlformats.org/drawingml/2006/main">
              <a:ext uri="{FF2B5EF4-FFF2-40B4-BE49-F238E27FC236}">
                <a16:creationId xmlns:a16="http://schemas.microsoft.com/office/drawing/2014/main" id="{C8BC0BF9-B119-4AA0-8AEF-B3D2C37A97D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WTHQ-1142  Part 2 of 4</a:t>
            </a:r>
          </a:p>
        </p:txBody>
      </p:sp>
    </p:spTree>
    <p:extLst>
      <p:ext uri="{BB962C8B-B14F-4D97-AF65-F5344CB8AC3E}">
        <p14:creationId xmlns:p14="http://schemas.microsoft.com/office/powerpoint/2010/main" val="4098446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EA8894-6889-42A8-9A5F-CC1BC5E1E5E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3</a:t>
            </a:r>
          </a:p>
        </p:txBody>
      </p:sp>
      <p:sp>
        <p:nvSpPr>
          <p:cNvPr id="2" name="">
            <a:extLst xmlns:a="http://schemas.openxmlformats.org/drawingml/2006/main">
              <a:ext uri="{FF2B5EF4-FFF2-40B4-BE49-F238E27FC236}">
                <a16:creationId xmlns:a16="http://schemas.microsoft.com/office/drawing/2014/main" id="{92BADA17-E5E9-4363-B1BE-F22CB31A814A}"/>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0819E82D-DA44-4C72-AE91-BD8B3CFF8D5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within agreed tolerances. Sponsors will receive a concise status report showing progress, unresolved decisions, and accountable action owners. راجع فريق المشروع المراحل والاعتماديات والمخاطر والقرارات قبل تحديث جدول التنفيذ. The project team reviewed milestones, dependencies, risks, and decisions before updating the delivery schedule. Workstream leads confirmed completed tasks with evidence</a:t>
            </a:r>
          </a:p>
        </p:txBody>
      </p:sp>
      <p:sp>
        <p:nvSpPr>
          <p:cNvPr id="4" name="">
            <a:extLst xmlns:a="http://schemas.openxmlformats.org/drawingml/2006/main">
              <a:ext uri="{FF2B5EF4-FFF2-40B4-BE49-F238E27FC236}">
                <a16:creationId xmlns:a16="http://schemas.microsoft.com/office/drawing/2014/main" id="{D31ED110-CDAC-45A9-A7BB-E82DE857B7C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WTHQ-1142  Part 3 of 4</a:t>
            </a:r>
          </a:p>
        </p:txBody>
      </p:sp>
    </p:spTree>
    <p:extLst>
      <p:ext uri="{BB962C8B-B14F-4D97-AF65-F5344CB8AC3E}">
        <p14:creationId xmlns:p14="http://schemas.microsoft.com/office/powerpoint/2010/main" val="1621066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28BA2B-D9D0-4805-B5EE-EB553CDDFAC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Project Delivery Update 4</a:t>
            </a:r>
          </a:p>
        </p:txBody>
      </p:sp>
      <p:sp>
        <p:nvSpPr>
          <p:cNvPr id="2" name="">
            <a:extLst xmlns:a="http://schemas.openxmlformats.org/drawingml/2006/main">
              <a:ext uri="{FF2B5EF4-FFF2-40B4-BE49-F238E27FC236}">
                <a16:creationId xmlns:a16="http://schemas.microsoft.com/office/drawing/2014/main" id="{01983AB9-90C3-441F-B6EB-F0165F4930B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تنفيذ المشروع‬</a:t>
            </a:r>
          </a:p>
        </p:txBody>
      </p:sp>
      <p:sp>
        <p:nvSpPr>
          <p:cNvPr id="3" name="">
            <a:extLst xmlns:a="http://schemas.openxmlformats.org/drawingml/2006/main">
              <a:ext uri="{FF2B5EF4-FFF2-40B4-BE49-F238E27FC236}">
                <a16:creationId xmlns:a16="http://schemas.microsoft.com/office/drawing/2014/main" id="{7753BCBF-5682-458B-A905-A31D2306EDE5}"/>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and identified constraints that could affect the next reporting period. The current plan protects critical testing time while allowing lower priority activities to move within agreed tolerances. Sponsors will receive a concise status report showing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FC081BCF-91C5-426F-BE95-8F53AC790713}"/>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WTHQ-1142  Part 4 of 4</a:t>
            </a:r>
          </a:p>
        </p:txBody>
      </p:sp>
    </p:spTree>
    <p:extLst>
      <p:ext uri="{BB962C8B-B14F-4D97-AF65-F5344CB8AC3E}">
        <p14:creationId xmlns:p14="http://schemas.microsoft.com/office/powerpoint/2010/main" val="1266480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2026-09-24T12:44:24.1560000Z</dcterms:created>
  <dcterms:modified xsi:type="dcterms:W3CDTF">2026-09-24T12:44:24.1560000Z</dcterms:modified>
</coreProperties>
</file>