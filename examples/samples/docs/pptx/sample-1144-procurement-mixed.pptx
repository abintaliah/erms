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ceb91b663694997" /><Relationship Type="http://schemas.openxmlformats.org/officeDocument/2006/relationships/extended-properties" Target="/docProps/app.xml" Id="R6125e88a95654110" /><Relationship Type="http://schemas.openxmlformats.org/officeDocument/2006/relationships/officeDocument" Target="/ppt/presentation.xml" Id="R5224c93b583f44aa" /></Relationships>
</file>

<file path=ppt/presentation.xml><?xml version="1.0" encoding="utf-8"?>
<p:presentation xmlns:p="http://schemas.openxmlformats.org/presentationml/2006/main">
  <p:sldMasterIdLst>
    <p:sldMasterId xmlns:r="http://schemas.openxmlformats.org/officeDocument/2006/relationships" id="2147483648" r:id="Rba29285cdc254e28"/>
  </p:sldMasterIdLst>
  <p:notesMasterIdLst>
    <p:notesMasterId xmlns:r="http://schemas.openxmlformats.org/officeDocument/2006/relationships" r:id="Rf02b4f061d694712"/>
  </p:notesMasterIdLst>
  <p:sldIdLst>
    <p:sldId xmlns:r="http://schemas.openxmlformats.org/officeDocument/2006/relationships" id="256" r:id="R9bbf5e44bc024900"/>
    <p:sldId xmlns:r="http://schemas.openxmlformats.org/officeDocument/2006/relationships" id="257" r:id="Rd7fbff2494144451"/>
    <p:sldId xmlns:r="http://schemas.openxmlformats.org/officeDocument/2006/relationships" id="258" r:id="Re726d662cb464358"/>
    <p:sldId xmlns:r="http://schemas.openxmlformats.org/officeDocument/2006/relationships" id="259" r:id="R60f15874238942d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f5b1f11466b459e" /><Relationship Type="http://schemas.openxmlformats.org/officeDocument/2006/relationships/slideMaster" Target="/ppt/slideMasters/slideMaster1.xml" Id="Rba29285cdc254e28" /><Relationship Type="http://schemas.openxmlformats.org/officeDocument/2006/relationships/notesMaster" Target="/ppt/notesMasters/notesMaster1.xml" Id="Rf02b4f061d694712" /><Relationship Type="http://schemas.openxmlformats.org/officeDocument/2006/relationships/presProps" Target="/ppt/presProps.xml" Id="R978940c1587e4120" /><Relationship Type="http://schemas.openxmlformats.org/officeDocument/2006/relationships/tableStyles" Target="/ppt/tableStyles.xml" Id="Ra49ff55ac94949a5" /><Relationship Type="http://schemas.openxmlformats.org/officeDocument/2006/relationships/slide" Target="/ppt/slides/slide1.xml" Id="R9bbf5e44bc024900" /><Relationship Type="http://schemas.openxmlformats.org/officeDocument/2006/relationships/slide" Target="/ppt/slides/slide2.xml" Id="Rd7fbff2494144451" /><Relationship Type="http://schemas.openxmlformats.org/officeDocument/2006/relationships/slide" Target="/ppt/slides/slide3.xml" Id="Re726d662cb464358" /><Relationship Type="http://schemas.openxmlformats.org/officeDocument/2006/relationships/slide" Target="/ppt/slides/slide4.xml" Id="R60f15874238942d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8848e7096e7466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c3fd9fc635e4e84" /><Relationship Type="http://schemas.openxmlformats.org/officeDocument/2006/relationships/notesMaster" Target="/ppt/notesMasters/notesMaster1.xml" Id="Rb3a3b67b155f4480" /></Relationships>
</file>

<file path=ppt/notesSlides/_rels/notesSlide2.xml.rels>&#65279;<?xml version="1.0" encoding="utf-8"?><Relationships xmlns="http://schemas.openxmlformats.org/package/2006/relationships"><Relationship Type="http://schemas.openxmlformats.org/officeDocument/2006/relationships/slide" Target="/ppt/slides/slide2.xml" Id="Re9bcd1b425a941b3" /><Relationship Type="http://schemas.openxmlformats.org/officeDocument/2006/relationships/notesMaster" Target="/ppt/notesMasters/notesMaster1.xml" Id="Rc2ace9f706854d39" /></Relationships>
</file>

<file path=ppt/notesSlides/_rels/notesSlide3.xml.rels>&#65279;<?xml version="1.0" encoding="utf-8"?><Relationships xmlns="http://schemas.openxmlformats.org/package/2006/relationships"><Relationship Type="http://schemas.openxmlformats.org/officeDocument/2006/relationships/slide" Target="/ppt/slides/slide3.xml" Id="R9e9b81ae9680441a" /><Relationship Type="http://schemas.openxmlformats.org/officeDocument/2006/relationships/notesMaster" Target="/ppt/notesMasters/notesMaster1.xml" Id="Ra8d383c7a24147e6" /></Relationships>
</file>

<file path=ppt/notesSlides/_rels/notesSlide4.xml.rels>&#65279;<?xml version="1.0" encoding="utf-8"?><Relationships xmlns="http://schemas.openxmlformats.org/package/2006/relationships"><Relationship Type="http://schemas.openxmlformats.org/officeDocument/2006/relationships/slide" Target="/ppt/slides/slide4.xml" Id="Rcea4c0e4df504f0f" /><Relationship Type="http://schemas.openxmlformats.org/officeDocument/2006/relationships/notesMaster" Target="/ppt/notesMasters/notesMaster1.xml" Id="R360ad1573170418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fda370f738548a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fa6c2da2cfc45a4" /><Relationship Type="http://schemas.openxmlformats.org/officeDocument/2006/relationships/slideLayout" Target="/ppt/slideLayouts/slideLayout1.xml" Id="R53388758c22d4ae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3388758c22d4ae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6e7f0c1df414a90" /><Relationship Type="http://schemas.openxmlformats.org/officeDocument/2006/relationships/notesSlide" Target="/ppt/notesSlides/notesSlide1.xml" Id="Rd84ac4bb6f5b43a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e965c970fe9436c" /><Relationship Type="http://schemas.openxmlformats.org/officeDocument/2006/relationships/notesSlide" Target="/ppt/notesSlides/notesSlide2.xml" Id="R1050c450fec145b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278a580dc294a6c" /><Relationship Type="http://schemas.openxmlformats.org/officeDocument/2006/relationships/notesSlide" Target="/ppt/notesSlides/notesSlide3.xml" Id="R094538c800c24fa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d506548eeb9466a" /><Relationship Type="http://schemas.openxmlformats.org/officeDocument/2006/relationships/notesSlide" Target="/ppt/notesSlides/notesSlide4.xml" Id="R8f91545f7d2f435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241004A-D6C2-4C7A-8155-29BB701162F6}"/>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Procurement Planning Note 1</a:t>
            </a:r>
          </a:p>
        </p:txBody>
      </p:sp>
      <p:sp>
        <p:nvSpPr>
          <p:cNvPr id="2" name="">
            <a:extLst xmlns:a="http://schemas.openxmlformats.org/drawingml/2006/main">
              <a:ext uri="{FF2B5EF4-FFF2-40B4-BE49-F238E27FC236}">
                <a16:creationId xmlns:a16="http://schemas.microsoft.com/office/drawing/2014/main" id="{2897ABF4-108C-4C51-BD03-AA6433DC6B12}"/>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‫مذكرة تخطيط المشتريات‬</a:t>
            </a:r>
          </a:p>
        </p:txBody>
      </p:sp>
      <p:sp>
        <p:nvSpPr>
          <p:cNvPr id="3" name="">
            <a:extLst xmlns:a="http://schemas.openxmlformats.org/drawingml/2006/main">
              <a:ext uri="{FF2B5EF4-FFF2-40B4-BE49-F238E27FC236}">
                <a16:creationId xmlns:a16="http://schemas.microsoft.com/office/drawing/2014/main" id="{5009EC83-3788-4D17-9590-5F947172AEF1}"/>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Reference wathiqrare1144 uses the uncommon term susurrus. وتتضمن المذكرة المصطلح النادر الاستدلال. Contract owners will monitor delivery dates and resolve discrepancies before accepting invoices for payment. سيراقب مسؤولو العقود تواريخ التسليم ويعالجون الاختلافات قبل قبول الفواتير للدفع. The procurement team reviewed purchase requests, evaluation records, contract dates, and supplier performance</a:t>
            </a:r>
          </a:p>
        </p:txBody>
      </p:sp>
      <p:sp>
        <p:nvSpPr>
          <p:cNvPr id="4" name="">
            <a:extLst xmlns:a="http://schemas.openxmlformats.org/drawingml/2006/main">
              <a:ext uri="{FF2B5EF4-FFF2-40B4-BE49-F238E27FC236}">
                <a16:creationId xmlns:a16="http://schemas.microsoft.com/office/drawing/2014/main" id="{806F8C22-D41C-41FF-9A33-2DBA5067558F}"/>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WTHQ-1144  Part 1 of 4</a:t>
            </a:r>
          </a:p>
        </p:txBody>
      </p:sp>
    </p:spTree>
    <p:extLst>
      <p:ext uri="{BB962C8B-B14F-4D97-AF65-F5344CB8AC3E}">
        <p14:creationId xmlns:p14="http://schemas.microsoft.com/office/powerpoint/2010/main" val="56270985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6E3DD93-8778-4767-82D4-B11DB8225B37}"/>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Procurement Planning Note 2</a:t>
            </a:r>
          </a:p>
        </p:txBody>
      </p:sp>
      <p:sp>
        <p:nvSpPr>
          <p:cNvPr id="2" name="">
            <a:extLst xmlns:a="http://schemas.openxmlformats.org/drawingml/2006/main">
              <a:ext uri="{FF2B5EF4-FFF2-40B4-BE49-F238E27FC236}">
                <a16:creationId xmlns:a16="http://schemas.microsoft.com/office/drawing/2014/main" id="{518BD93A-D7BD-4EA7-9923-624CEC3BED67}"/>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‫مذكرة تخطيط المشتريات‬</a:t>
            </a:r>
          </a:p>
        </p:txBody>
      </p:sp>
      <p:sp>
        <p:nvSpPr>
          <p:cNvPr id="3" name="">
            <a:extLst xmlns:a="http://schemas.openxmlformats.org/drawingml/2006/main">
              <a:ext uri="{FF2B5EF4-FFF2-40B4-BE49-F238E27FC236}">
                <a16:creationId xmlns:a16="http://schemas.microsoft.com/office/drawing/2014/main" id="{87244022-D294-4ED4-AD5C-5451EB59F8F2}"/>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information. راجع فريق المشتريات طلبات الشراء وسجلات التقييم وتواريخ العقود ومعلومات أداء الموردين. Each sourcing decision must retain the approved specification, evaluation evidence, and documented authorization trail. يجب أن يحتفظ كل قرار توريد بالمواصفات المعتمدة وأدلة التقييم ومسار التفويض الموثق. Contract owners will monitor delivery dates and resolve discrepancies before</a:t>
            </a:r>
          </a:p>
        </p:txBody>
      </p:sp>
      <p:sp>
        <p:nvSpPr>
          <p:cNvPr id="4" name="">
            <a:extLst xmlns:a="http://schemas.openxmlformats.org/drawingml/2006/main">
              <a:ext uri="{FF2B5EF4-FFF2-40B4-BE49-F238E27FC236}">
                <a16:creationId xmlns:a16="http://schemas.microsoft.com/office/drawing/2014/main" id="{2F9ED0C1-4B74-4047-BF06-46BBF856F0A8}"/>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WTHQ-1144  Part 2 of 4</a:t>
            </a:r>
          </a:p>
        </p:txBody>
      </p:sp>
    </p:spTree>
    <p:extLst>
      <p:ext uri="{BB962C8B-B14F-4D97-AF65-F5344CB8AC3E}">
        <p14:creationId xmlns:p14="http://schemas.microsoft.com/office/powerpoint/2010/main" val="25363418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4ED4345-9264-4FAA-90CD-3A6B53238A1A}"/>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Procurement Planning Note 3</a:t>
            </a:r>
          </a:p>
        </p:txBody>
      </p:sp>
      <p:sp>
        <p:nvSpPr>
          <p:cNvPr id="2" name="">
            <a:extLst xmlns:a="http://schemas.openxmlformats.org/drawingml/2006/main">
              <a:ext uri="{FF2B5EF4-FFF2-40B4-BE49-F238E27FC236}">
                <a16:creationId xmlns:a16="http://schemas.microsoft.com/office/drawing/2014/main" id="{4E4C245A-D9FF-4D7C-AD25-2FD95F39E0CB}"/>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‫مذكرة تخطيط المشتريات‬</a:t>
            </a:r>
          </a:p>
        </p:txBody>
      </p:sp>
      <p:sp>
        <p:nvSpPr>
          <p:cNvPr id="3" name="">
            <a:extLst xmlns:a="http://schemas.openxmlformats.org/drawingml/2006/main">
              <a:ext uri="{FF2B5EF4-FFF2-40B4-BE49-F238E27FC236}">
                <a16:creationId xmlns:a16="http://schemas.microsoft.com/office/drawing/2014/main" id="{7492AA1E-7FB8-41A8-9ABC-2260B3F58C1B}"/>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accepting invoices for payment. سيراقب مسؤولو العقود تواريخ التسليم ويعالجون الاختلافات قبل قبول الفواتير للدفع. The procurement team reviewed purchase requests, evaluation records, contract dates, and supplier performance information. راجع فريق المشتريات طلبات الشراء وسجلات التقييم وتواريخ العقود ومعلومات أداء الموردين. Each sourcing decision must retain the approved specification, evaluation</a:t>
            </a:r>
          </a:p>
        </p:txBody>
      </p:sp>
      <p:sp>
        <p:nvSpPr>
          <p:cNvPr id="4" name="">
            <a:extLst xmlns:a="http://schemas.openxmlformats.org/drawingml/2006/main">
              <a:ext uri="{FF2B5EF4-FFF2-40B4-BE49-F238E27FC236}">
                <a16:creationId xmlns:a16="http://schemas.microsoft.com/office/drawing/2014/main" id="{2BF69813-7593-403B-9E11-F77A19A7B758}"/>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WTHQ-1144  Part 3 of 4</a:t>
            </a:r>
          </a:p>
        </p:txBody>
      </p:sp>
    </p:spTree>
    <p:extLst>
      <p:ext uri="{BB962C8B-B14F-4D97-AF65-F5344CB8AC3E}">
        <p14:creationId xmlns:p14="http://schemas.microsoft.com/office/powerpoint/2010/main" val="90343736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E51A984-B45E-403D-A068-313F149A5781}"/>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Procurement Planning Note 4</a:t>
            </a:r>
          </a:p>
        </p:txBody>
      </p:sp>
      <p:sp>
        <p:nvSpPr>
          <p:cNvPr id="2" name="">
            <a:extLst xmlns:a="http://schemas.openxmlformats.org/drawingml/2006/main">
              <a:ext uri="{FF2B5EF4-FFF2-40B4-BE49-F238E27FC236}">
                <a16:creationId xmlns:a16="http://schemas.microsoft.com/office/drawing/2014/main" id="{AD25E939-F184-448E-8334-A996EB1EA5BE}"/>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‫مذكرة تخطيط المشتريات‬</a:t>
            </a:r>
          </a:p>
        </p:txBody>
      </p:sp>
      <p:sp>
        <p:nvSpPr>
          <p:cNvPr id="3" name="">
            <a:extLst xmlns:a="http://schemas.openxmlformats.org/drawingml/2006/main">
              <a:ext uri="{FF2B5EF4-FFF2-40B4-BE49-F238E27FC236}">
                <a16:creationId xmlns:a16="http://schemas.microsoft.com/office/drawing/2014/main" id="{F39D36C9-FA25-4F68-A218-BC39AA020BFA}"/>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evidence, and documented authorization trail. يجب أن يحتفظ كل قرار توريد بالمواصفات المعتمدة وأدلة التقييم ومسار التفويض الموثق. Contract owners will monitor delivery dates and resolve discrepancies before accepting invoices for payment. سيراقب مسؤولو العقود The responsible team will retain evidence and review progress. وسيحفظ الفريق المسؤول الأدلة ويراجع التقدم.</a:t>
            </a:r>
          </a:p>
        </p:txBody>
      </p:sp>
      <p:sp>
        <p:nvSpPr>
          <p:cNvPr id="4" name="">
            <a:extLst xmlns:a="http://schemas.openxmlformats.org/drawingml/2006/main">
              <a:ext uri="{FF2B5EF4-FFF2-40B4-BE49-F238E27FC236}">
                <a16:creationId xmlns:a16="http://schemas.microsoft.com/office/drawing/2014/main" id="{4F8B8761-1946-49D2-9CF1-6C4F4ADBA08B}"/>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WTHQ-1144  Part 4 of 4</a:t>
            </a:r>
          </a:p>
        </p:txBody>
      </p:sp>
    </p:spTree>
    <p:extLst>
      <p:ext uri="{BB962C8B-B14F-4D97-AF65-F5344CB8AC3E}">
        <p14:creationId xmlns:p14="http://schemas.microsoft.com/office/powerpoint/2010/main" val="10226501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2026-09-24T12:44:26.9310000Z</dcterms:created>
  <dcterms:modified xsi:type="dcterms:W3CDTF">2026-09-24T12:44:26.9310000Z</dcterms:modified>
</coreProperties>
</file>