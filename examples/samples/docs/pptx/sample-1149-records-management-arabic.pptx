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55b10535344d12" /><Relationship Type="http://schemas.openxmlformats.org/officeDocument/2006/relationships/extended-properties" Target="/docProps/app.xml" Id="R1a3502c57f2e455b" /><Relationship Type="http://schemas.openxmlformats.org/officeDocument/2006/relationships/officeDocument" Target="/ppt/presentation.xml" Id="R42801661d37e455e" /></Relationships>
</file>

<file path=ppt/presentation.xml><?xml version="1.0" encoding="utf-8"?>
<p:presentation xmlns:p="http://schemas.openxmlformats.org/presentationml/2006/main">
  <p:sldMasterIdLst>
    <p:sldMasterId xmlns:r="http://schemas.openxmlformats.org/officeDocument/2006/relationships" id="2147483648" r:id="R88ca499bc96f4061"/>
  </p:sldMasterIdLst>
  <p:notesMasterIdLst>
    <p:notesMasterId xmlns:r="http://schemas.openxmlformats.org/officeDocument/2006/relationships" r:id="R366ba37dcb864443"/>
  </p:notesMasterIdLst>
  <p:sldIdLst>
    <p:sldId xmlns:r="http://schemas.openxmlformats.org/officeDocument/2006/relationships" id="256" r:id="R1a6acaed0c704d53"/>
    <p:sldId xmlns:r="http://schemas.openxmlformats.org/officeDocument/2006/relationships" id="257" r:id="Ra24d91dab80a4db4"/>
    <p:sldId xmlns:r="http://schemas.openxmlformats.org/officeDocument/2006/relationships" id="258" r:id="R66b2fc3a0539442d"/>
    <p:sldId xmlns:r="http://schemas.openxmlformats.org/officeDocument/2006/relationships" id="259" r:id="R9325d5fe1d9247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f6ce5a56d8483f" /><Relationship Type="http://schemas.openxmlformats.org/officeDocument/2006/relationships/slideMaster" Target="/ppt/slideMasters/slideMaster1.xml" Id="R88ca499bc96f4061" /><Relationship Type="http://schemas.openxmlformats.org/officeDocument/2006/relationships/notesMaster" Target="/ppt/notesMasters/notesMaster1.xml" Id="R366ba37dcb864443" /><Relationship Type="http://schemas.openxmlformats.org/officeDocument/2006/relationships/presProps" Target="/ppt/presProps.xml" Id="R0323a739f1054473" /><Relationship Type="http://schemas.openxmlformats.org/officeDocument/2006/relationships/tableStyles" Target="/ppt/tableStyles.xml" Id="R1b52b4812e6d481f" /><Relationship Type="http://schemas.openxmlformats.org/officeDocument/2006/relationships/slide" Target="/ppt/slides/slide1.xml" Id="R1a6acaed0c704d53" /><Relationship Type="http://schemas.openxmlformats.org/officeDocument/2006/relationships/slide" Target="/ppt/slides/slide2.xml" Id="Ra24d91dab80a4db4" /><Relationship Type="http://schemas.openxmlformats.org/officeDocument/2006/relationships/slide" Target="/ppt/slides/slide3.xml" Id="R66b2fc3a0539442d" /><Relationship Type="http://schemas.openxmlformats.org/officeDocument/2006/relationships/slide" Target="/ppt/slides/slide4.xml" Id="R9325d5fe1d9247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604f3183fa49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eb9caeed94603" /><Relationship Type="http://schemas.openxmlformats.org/officeDocument/2006/relationships/notesMaster" Target="/ppt/notesMasters/notesMaster1.xml" Id="Rf758d75ed38044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1919b982f74d73" /><Relationship Type="http://schemas.openxmlformats.org/officeDocument/2006/relationships/notesMaster" Target="/ppt/notesMasters/notesMaster1.xml" Id="R6877521e16764f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bf252b2bb640d5" /><Relationship Type="http://schemas.openxmlformats.org/officeDocument/2006/relationships/notesMaster" Target="/ppt/notesMasters/notesMaster1.xml" Id="R784df59f7c3f47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f13bce44f146be" /><Relationship Type="http://schemas.openxmlformats.org/officeDocument/2006/relationships/notesMaster" Target="/ppt/notesMasters/notesMaster1.xml" Id="Rb40737275a6147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5864d2909d4a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fce244e74a447f" /><Relationship Type="http://schemas.openxmlformats.org/officeDocument/2006/relationships/slideLayout" Target="/ppt/slideLayouts/slideLayout1.xml" Id="Re032d1a1fd8d49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32d1a1fd8d49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91882720a04c64" /><Relationship Type="http://schemas.openxmlformats.org/officeDocument/2006/relationships/notesSlide" Target="/ppt/notesSlides/notesSlide1.xml" Id="R2f6171c84bcc40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f98c83b28446cf" /><Relationship Type="http://schemas.openxmlformats.org/officeDocument/2006/relationships/notesSlide" Target="/ppt/notesSlides/notesSlide2.xml" Id="R85bf330696c9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bb9d2b7e624ea8" /><Relationship Type="http://schemas.openxmlformats.org/officeDocument/2006/relationships/notesSlide" Target="/ppt/notesSlides/notesSlide3.xml" Id="Rfc2fbe46b92149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f2786b31584c59" /><Relationship Type="http://schemas.openxmlformats.org/officeDocument/2006/relationships/notesSlide" Target="/ppt/notesSlides/notesSlide4.xml" Id="Ra4300377fb8a4e0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C03EB3-7193-4729-A539-B34B48D6B1B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1</a:t>
            </a:r>
          </a:p>
        </p:txBody>
      </p:sp>
      <p:sp>
        <p:nvSpPr>
          <p:cNvPr id="2" name="">
            <a:extLst xmlns:a="http://schemas.openxmlformats.org/drawingml/2006/main">
              <a:ext uri="{FF2B5EF4-FFF2-40B4-BE49-F238E27FC236}">
                <a16:creationId xmlns:a16="http://schemas.microsoft.com/office/drawing/2014/main" id="{B8FA0E4D-1003-4AB3-8D89-75783408D99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2425F361-9050-4EF3-ADD9-50CAD2DF811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wathiqrare1149 uses the uncommon term ultracrepidarian. وتتضمن المذكرة المصطلح النادر المضاهاة. Records staff reviewed file classifications, retention periods, access controls, and transfer readiness across active business folders. راجع موظفو السجلات التصنيفات ومدد الحفظ وضوابط الوصول وجاهزية التحويل في ملفات الأعمال النشطة. يجب أن يبقى كل مكون رقمي مرتبطا بسجله</a:t>
            </a:r>
          </a:p>
        </p:txBody>
      </p:sp>
      <p:sp>
        <p:nvSpPr>
          <p:cNvPr id="4" name="">
            <a:extLst xmlns:a="http://schemas.openxmlformats.org/drawingml/2006/main">
              <a:ext uri="{FF2B5EF4-FFF2-40B4-BE49-F238E27FC236}">
                <a16:creationId xmlns:a16="http://schemas.microsoft.com/office/drawing/2014/main" id="{2A30F308-CDE9-49D3-B88E-132F7D080C6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WTHQ-1149  Part 1 of 4</a:t>
            </a:r>
          </a:p>
        </p:txBody>
      </p:sp>
    </p:spTree>
    <p:extLst>
      <p:ext uri="{BB962C8B-B14F-4D97-AF65-F5344CB8AC3E}">
        <p14:creationId xmlns:p14="http://schemas.microsoft.com/office/powerpoint/2010/main" val="17092275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D360AD-0828-429E-8205-5F370F751219}"/>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2</a:t>
            </a:r>
          </a:p>
        </p:txBody>
      </p:sp>
      <p:sp>
        <p:nvSpPr>
          <p:cNvPr id="2" name="">
            <a:extLst xmlns:a="http://schemas.openxmlformats.org/drawingml/2006/main">
              <a:ext uri="{FF2B5EF4-FFF2-40B4-BE49-F238E27FC236}">
                <a16:creationId xmlns:a16="http://schemas.microsoft.com/office/drawing/2014/main" id="{0D9561F6-BAF7-4617-9E2C-33AB2CFC0FB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4D5212E3-7FDE-4A08-8B90-6BC77DF89CA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الرسمي وأن يحتفظ ببصمة محتوى قابلة للتحقق. حددت المراجعة نسخ العمل المكررة وكلفت المسؤولين بتأكيد التصرف دون إزالة دليل خاضع للحجز القانوني. ستتبع تصحيحات البيانات الوصفية مسار التدقيق المعتمد وتحافظ على تاريخ كل تغيير محكوم. Records staff reviewed file classifications, retention periods, access controls, and transfer readiness across active business</a:t>
            </a:r>
          </a:p>
        </p:txBody>
      </p:sp>
      <p:sp>
        <p:nvSpPr>
          <p:cNvPr id="4" name="">
            <a:extLst xmlns:a="http://schemas.openxmlformats.org/drawingml/2006/main">
              <a:ext uri="{FF2B5EF4-FFF2-40B4-BE49-F238E27FC236}">
                <a16:creationId xmlns:a16="http://schemas.microsoft.com/office/drawing/2014/main" id="{1B167863-1940-4BC7-B11A-C399C41B1FF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WTHQ-1149  Part 2 of 4</a:t>
            </a:r>
          </a:p>
        </p:txBody>
      </p:sp>
    </p:spTree>
    <p:extLst>
      <p:ext uri="{BB962C8B-B14F-4D97-AF65-F5344CB8AC3E}">
        <p14:creationId xmlns:p14="http://schemas.microsoft.com/office/powerpoint/2010/main" val="16239984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A1E56B-F848-48AB-A4FA-6B714E90532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3</a:t>
            </a:r>
          </a:p>
        </p:txBody>
      </p:sp>
      <p:sp>
        <p:nvSpPr>
          <p:cNvPr id="2" name="">
            <a:extLst xmlns:a="http://schemas.openxmlformats.org/drawingml/2006/main">
              <a:ext uri="{FF2B5EF4-FFF2-40B4-BE49-F238E27FC236}">
                <a16:creationId xmlns:a16="http://schemas.microsoft.com/office/drawing/2014/main" id="{53D997B5-ED03-4990-96A8-D411B619C94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453077BD-C73B-47CF-8F24-075FFCB98A2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folders. راجع موظفو السجلات التصنيفات ومدد الحفظ وضوابط الوصول وجاهزية التحويل في ملفات الأعمال النشطة. يجب أن يبقى كل مكون رقمي مرتبطا بسجله الرسمي وأن يحتفظ ببصمة محتوى قابلة للتحقق. حددت المراجعة نسخ العمل المكررة وكلفت المسؤولين بتأكيد التصرف دون إزالة دليل خاضع للحجز القانوني. ستتبع تصحيحات البيانات الوصفية مسار</a:t>
            </a:r>
          </a:p>
        </p:txBody>
      </p:sp>
      <p:sp>
        <p:nvSpPr>
          <p:cNvPr id="4" name="">
            <a:extLst xmlns:a="http://schemas.openxmlformats.org/drawingml/2006/main">
              <a:ext uri="{FF2B5EF4-FFF2-40B4-BE49-F238E27FC236}">
                <a16:creationId xmlns:a16="http://schemas.microsoft.com/office/drawing/2014/main" id="{62EE99B3-EEE2-4445-8387-E334856A77C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WTHQ-1149  Part 3 of 4</a:t>
            </a:r>
          </a:p>
        </p:txBody>
      </p:sp>
    </p:spTree>
    <p:extLst>
      <p:ext uri="{BB962C8B-B14F-4D97-AF65-F5344CB8AC3E}">
        <p14:creationId xmlns:p14="http://schemas.microsoft.com/office/powerpoint/2010/main" val="15787923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B64C31-2D39-43C4-9DCC-40C8025AF18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4</a:t>
            </a:r>
          </a:p>
        </p:txBody>
      </p:sp>
      <p:sp>
        <p:nvSpPr>
          <p:cNvPr id="2" name="">
            <a:extLst xmlns:a="http://schemas.openxmlformats.org/drawingml/2006/main">
              <a:ext uri="{FF2B5EF4-FFF2-40B4-BE49-F238E27FC236}">
                <a16:creationId xmlns:a16="http://schemas.microsoft.com/office/drawing/2014/main" id="{C51389B3-3D9D-4B65-B19E-4990622A10F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7FA9886A-5C02-4536-8FD0-4D6B89E7AE1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التدقيق المعتمد وتحافظ على تاريخ كل تغيير محكوم. Records staff reviewed file classifications, retention periods, access controls, and transfer readiness across active business folders. راجع موظفو السجلات التصنيفات ومدد الحفظ وضوابط الوصول وجاهزية التحويل في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A6067CAD-64F7-4BAC-93CB-241221D03040}"/>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WTHQ-1149  Part 4 of 4</a:t>
            </a:r>
          </a:p>
        </p:txBody>
      </p:sp>
    </p:spTree>
    <p:extLst>
      <p:ext uri="{BB962C8B-B14F-4D97-AF65-F5344CB8AC3E}">
        <p14:creationId xmlns:p14="http://schemas.microsoft.com/office/powerpoint/2010/main" val="148962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2026-09-24T12:44:34.0480000Z</dcterms:created>
  <dcterms:modified xsi:type="dcterms:W3CDTF">2026-09-24T12:44:34.0480000Z</dcterms:modified>
</coreProperties>
</file>