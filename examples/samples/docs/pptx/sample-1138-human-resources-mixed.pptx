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3bf80871f44e1c" /><Relationship Type="http://schemas.openxmlformats.org/officeDocument/2006/relationships/extended-properties" Target="/docProps/app.xml" Id="Rde4356952b3245d3" /><Relationship Type="http://schemas.openxmlformats.org/officeDocument/2006/relationships/officeDocument" Target="/ppt/presentation.xml" Id="R5b9f36b1b8e64abe" /></Relationships>
</file>

<file path=ppt/presentation.xml><?xml version="1.0" encoding="utf-8"?>
<p:presentation xmlns:p="http://schemas.openxmlformats.org/presentationml/2006/main">
  <p:sldMasterIdLst>
    <p:sldMasterId xmlns:r="http://schemas.openxmlformats.org/officeDocument/2006/relationships" id="2147483648" r:id="R820aecb3e99940b3"/>
  </p:sldMasterIdLst>
  <p:notesMasterIdLst>
    <p:notesMasterId xmlns:r="http://schemas.openxmlformats.org/officeDocument/2006/relationships" r:id="R4925248e6ff64d7c"/>
  </p:notesMasterIdLst>
  <p:sldIdLst>
    <p:sldId xmlns:r="http://schemas.openxmlformats.org/officeDocument/2006/relationships" id="256" r:id="Racc26ecae9004406"/>
    <p:sldId xmlns:r="http://schemas.openxmlformats.org/officeDocument/2006/relationships" id="257" r:id="Rc3521574fd224a2b"/>
    <p:sldId xmlns:r="http://schemas.openxmlformats.org/officeDocument/2006/relationships" id="258" r:id="R4091a2bf2dca4f27"/>
    <p:sldId xmlns:r="http://schemas.openxmlformats.org/officeDocument/2006/relationships" id="259" r:id="Re4f2fc05aa1543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b3390fc3f94eeb" /><Relationship Type="http://schemas.openxmlformats.org/officeDocument/2006/relationships/slideMaster" Target="/ppt/slideMasters/slideMaster1.xml" Id="R820aecb3e99940b3" /><Relationship Type="http://schemas.openxmlformats.org/officeDocument/2006/relationships/notesMaster" Target="/ppt/notesMasters/notesMaster1.xml" Id="R4925248e6ff64d7c" /><Relationship Type="http://schemas.openxmlformats.org/officeDocument/2006/relationships/presProps" Target="/ppt/presProps.xml" Id="R16d140c0d66c42ce" /><Relationship Type="http://schemas.openxmlformats.org/officeDocument/2006/relationships/tableStyles" Target="/ppt/tableStyles.xml" Id="R042d44e95cb543ea" /><Relationship Type="http://schemas.openxmlformats.org/officeDocument/2006/relationships/slide" Target="/ppt/slides/slide1.xml" Id="Racc26ecae9004406" /><Relationship Type="http://schemas.openxmlformats.org/officeDocument/2006/relationships/slide" Target="/ppt/slides/slide2.xml" Id="Rc3521574fd224a2b" /><Relationship Type="http://schemas.openxmlformats.org/officeDocument/2006/relationships/slide" Target="/ppt/slides/slide3.xml" Id="R4091a2bf2dca4f27" /><Relationship Type="http://schemas.openxmlformats.org/officeDocument/2006/relationships/slide" Target="/ppt/slides/slide4.xml" Id="Re4f2fc05aa1543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1db3d1052040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d3961054834363" /><Relationship Type="http://schemas.openxmlformats.org/officeDocument/2006/relationships/notesMaster" Target="/ppt/notesMasters/notesMaster1.xml" Id="R4335aea7e1d540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55e0333a504a9d" /><Relationship Type="http://schemas.openxmlformats.org/officeDocument/2006/relationships/notesMaster" Target="/ppt/notesMasters/notesMaster1.xml" Id="Rae067f336d354b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fba78120a34b9b" /><Relationship Type="http://schemas.openxmlformats.org/officeDocument/2006/relationships/notesMaster" Target="/ppt/notesMasters/notesMaster1.xml" Id="Rf05624407bc342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bb9e8d9f064ac6" /><Relationship Type="http://schemas.openxmlformats.org/officeDocument/2006/relationships/notesMaster" Target="/ppt/notesMasters/notesMaster1.xml" Id="R21fd15b514ab41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507d45174744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bdf46082034c3c" /><Relationship Type="http://schemas.openxmlformats.org/officeDocument/2006/relationships/slideLayout" Target="/ppt/slideLayouts/slideLayout1.xml" Id="Red2f5e0adc664d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2f5e0adc664d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5ef4431a1d41a3" /><Relationship Type="http://schemas.openxmlformats.org/officeDocument/2006/relationships/notesSlide" Target="/ppt/notesSlides/notesSlide1.xml" Id="Rb9ab74b8c0ad43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b4559fd780d4981" /><Relationship Type="http://schemas.openxmlformats.org/officeDocument/2006/relationships/notesSlide" Target="/ppt/notesSlides/notesSlide2.xml" Id="Rd02b28a896cf45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59835298774b71" /><Relationship Type="http://schemas.openxmlformats.org/officeDocument/2006/relationships/notesSlide" Target="/ppt/notesSlides/notesSlide3.xml" Id="Rfcd45f08df4f4a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0a2fc3958484298" /><Relationship Type="http://schemas.openxmlformats.org/officeDocument/2006/relationships/notesSlide" Target="/ppt/notesSlides/notesSlide4.xml" Id="Rf47a089b3375477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51C58F-7EA8-47B1-AD88-8DCE85B1B058}"/>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1</a:t>
            </a:r>
          </a:p>
        </p:txBody>
      </p:sp>
      <p:sp>
        <p:nvSpPr>
          <p:cNvPr id="2" name="">
            <a:extLst xmlns:a="http://schemas.openxmlformats.org/drawingml/2006/main">
              <a:ext uri="{FF2B5EF4-FFF2-40B4-BE49-F238E27FC236}">
                <a16:creationId xmlns:a16="http://schemas.microsoft.com/office/drawing/2014/main" id="{5088CEC0-86DA-4F20-BFDB-7221C5EEC7CF}"/>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227758D9-D77C-4AF3-A232-D9A4043D5863}"/>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wathiqrare1138 uses the uncommon term psithurism. وتتضمن المذكرة المصطلح النادر التماثل. The workforce plan balances essential vacancies with training commitments and provides clear ownership for every pending action. توازن خطة القوى العاملة بين الشواغر الأساسية والتزامات التدريب وتحدد مسؤولية واضحة لكل إجراء معلق. Human resources reviewed recruitment demand, employee</a:t>
            </a:r>
          </a:p>
        </p:txBody>
      </p:sp>
      <p:sp>
        <p:nvSpPr>
          <p:cNvPr id="4" name="">
            <a:extLst xmlns:a="http://schemas.openxmlformats.org/drawingml/2006/main">
              <a:ext uri="{FF2B5EF4-FFF2-40B4-BE49-F238E27FC236}">
                <a16:creationId xmlns:a16="http://schemas.microsoft.com/office/drawing/2014/main" id="{D9E22BB9-CED2-41DE-AD71-16BE3AAE3511}"/>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WTHQ-1138  Part 1 of 4</a:t>
            </a:r>
          </a:p>
        </p:txBody>
      </p:sp>
    </p:spTree>
    <p:extLst>
      <p:ext uri="{BB962C8B-B14F-4D97-AF65-F5344CB8AC3E}">
        <p14:creationId xmlns:p14="http://schemas.microsoft.com/office/powerpoint/2010/main" val="21400945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DED257-A4CD-424C-B937-0F9757160CD1}"/>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2</a:t>
            </a:r>
          </a:p>
        </p:txBody>
      </p:sp>
      <p:sp>
        <p:nvSpPr>
          <p:cNvPr id="2" name="">
            <a:extLst xmlns:a="http://schemas.openxmlformats.org/drawingml/2006/main">
              <a:ext uri="{FF2B5EF4-FFF2-40B4-BE49-F238E27FC236}">
                <a16:creationId xmlns:a16="http://schemas.microsoft.com/office/drawing/2014/main" id="{C665FE78-20DB-4754-8611-EF08A550D347}"/>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78AE9F62-B1B7-4DFC-AA87-651B94E78619}"/>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development plans, and leave coverage for the coming operational period. راجعت الموارد البشرية احتياجات التوظيف وخطط تطوير الموظفين وتغطية الإجازات للفترة التشغيلية القادمة. Managers confirmed that position descriptions reflect current responsibilities and that interview records follow the approved retention schedule. أكد المديرون أن الأوصاف الوظيفية تعكس المسؤوليات الحالية وأن سجلات</a:t>
            </a:r>
          </a:p>
        </p:txBody>
      </p:sp>
      <p:sp>
        <p:nvSpPr>
          <p:cNvPr id="4" name="">
            <a:extLst xmlns:a="http://schemas.openxmlformats.org/drawingml/2006/main">
              <a:ext uri="{FF2B5EF4-FFF2-40B4-BE49-F238E27FC236}">
                <a16:creationId xmlns:a16="http://schemas.microsoft.com/office/drawing/2014/main" id="{8801C2BB-D771-4241-B9CB-40316EE1E58F}"/>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WTHQ-1138  Part 2 of 4</a:t>
            </a:r>
          </a:p>
        </p:txBody>
      </p:sp>
    </p:spTree>
    <p:extLst>
      <p:ext uri="{BB962C8B-B14F-4D97-AF65-F5344CB8AC3E}">
        <p14:creationId xmlns:p14="http://schemas.microsoft.com/office/powerpoint/2010/main" val="9874229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87D2BE-30F6-4180-8342-B8371CB1860D}"/>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3</a:t>
            </a:r>
          </a:p>
        </p:txBody>
      </p:sp>
      <p:sp>
        <p:nvSpPr>
          <p:cNvPr id="2" name="">
            <a:extLst xmlns:a="http://schemas.openxmlformats.org/drawingml/2006/main">
              <a:ext uri="{FF2B5EF4-FFF2-40B4-BE49-F238E27FC236}">
                <a16:creationId xmlns:a16="http://schemas.microsoft.com/office/drawing/2014/main" id="{62FB0912-EBBC-4440-A4A9-168D7E6776B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D6CFD790-9E06-413A-A61B-B8FB3A6ECAEF}"/>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المقابلات تتبع مدة الحفظ المعتمدة. The workforce plan balances essential vacancies with training commitments and provides clear ownership for every pending action. توازن خطة القوى العاملة بين الشواغر الأساسية والتزامات التدريب وتحدد مسؤولية واضحة لكل إجراء معلق. Human resources reviewed recruitment demand, employee development plans, and leave coverage for the</a:t>
            </a:r>
          </a:p>
        </p:txBody>
      </p:sp>
      <p:sp>
        <p:nvSpPr>
          <p:cNvPr id="4" name="">
            <a:extLst xmlns:a="http://schemas.openxmlformats.org/drawingml/2006/main">
              <a:ext uri="{FF2B5EF4-FFF2-40B4-BE49-F238E27FC236}">
                <a16:creationId xmlns:a16="http://schemas.microsoft.com/office/drawing/2014/main" id="{2488136B-DFC2-4016-8426-C72AFBC7BE90}"/>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WTHQ-1138  Part 3 of 4</a:t>
            </a:r>
          </a:p>
        </p:txBody>
      </p:sp>
    </p:spTree>
    <p:extLst>
      <p:ext uri="{BB962C8B-B14F-4D97-AF65-F5344CB8AC3E}">
        <p14:creationId xmlns:p14="http://schemas.microsoft.com/office/powerpoint/2010/main" val="7618900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0C97D1-38D0-4E92-9761-451C556AFCDC}"/>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4</a:t>
            </a:r>
          </a:p>
        </p:txBody>
      </p:sp>
      <p:sp>
        <p:nvSpPr>
          <p:cNvPr id="2" name="">
            <a:extLst xmlns:a="http://schemas.openxmlformats.org/drawingml/2006/main">
              <a:ext uri="{FF2B5EF4-FFF2-40B4-BE49-F238E27FC236}">
                <a16:creationId xmlns:a16="http://schemas.microsoft.com/office/drawing/2014/main" id="{2A9F24FA-945F-4D47-92F9-EC93ECF01790}"/>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415FA55C-CC41-48AE-B51F-055D1EDF199A}"/>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coming operational period. راجعت الموارد البشرية احتياجات التوظيف وخطط تطوير الموظفين وتغطية الإجازات للفترة التشغيلية القادمة. Managers confirmed that position descriptions reflect current responsibilities and that interview records follow the approved retention schedule. أكد المديرون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8C0F9997-3727-4260-A3D8-6B23B42903B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WTHQ-1138  Part 4 of 4</a:t>
            </a:r>
          </a:p>
        </p:txBody>
      </p:sp>
    </p:spTree>
    <p:extLst>
      <p:ext uri="{BB962C8B-B14F-4D97-AF65-F5344CB8AC3E}">
        <p14:creationId xmlns:p14="http://schemas.microsoft.com/office/powerpoint/2010/main" val="15356391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2026-09-24T12:44:18.0550000Z</dcterms:created>
  <dcterms:modified xsi:type="dcterms:W3CDTF">2026-09-24T12:44:18.0550000Z</dcterms:modified>
</coreProperties>
</file>