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757e7ec2ed4c28" /><Relationship Type="http://schemas.openxmlformats.org/officeDocument/2006/relationships/extended-properties" Target="/docProps/app.xml" Id="Ra0d70ee147f64562" /><Relationship Type="http://schemas.openxmlformats.org/officeDocument/2006/relationships/officeDocument" Target="/ppt/presentation.xml" Id="R66b01212ba48434f" /></Relationships>
</file>

<file path=ppt/presentation.xml><?xml version="1.0" encoding="utf-8"?>
<p:presentation xmlns:p="http://schemas.openxmlformats.org/presentationml/2006/main">
  <p:sldMasterIdLst>
    <p:sldMasterId xmlns:r="http://schemas.openxmlformats.org/officeDocument/2006/relationships" id="2147483648" r:id="Rf63948ebd4714890"/>
  </p:sldMasterIdLst>
  <p:notesMasterIdLst>
    <p:notesMasterId xmlns:r="http://schemas.openxmlformats.org/officeDocument/2006/relationships" r:id="Rb8b4963aebf147ad"/>
  </p:notesMasterIdLst>
  <p:sldIdLst>
    <p:sldId xmlns:r="http://schemas.openxmlformats.org/officeDocument/2006/relationships" id="256" r:id="R8fa124cee3064752"/>
    <p:sldId xmlns:r="http://schemas.openxmlformats.org/officeDocument/2006/relationships" id="257" r:id="R4a58ad36e0e54508"/>
    <p:sldId xmlns:r="http://schemas.openxmlformats.org/officeDocument/2006/relationships" id="258" r:id="Rf752339e113e4fa7"/>
    <p:sldId xmlns:r="http://schemas.openxmlformats.org/officeDocument/2006/relationships" id="259" r:id="R253efb6d345446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3acea0d6a74766" /><Relationship Type="http://schemas.openxmlformats.org/officeDocument/2006/relationships/slideMaster" Target="/ppt/slideMasters/slideMaster1.xml" Id="Rf63948ebd4714890" /><Relationship Type="http://schemas.openxmlformats.org/officeDocument/2006/relationships/notesMaster" Target="/ppt/notesMasters/notesMaster1.xml" Id="Rb8b4963aebf147ad" /><Relationship Type="http://schemas.openxmlformats.org/officeDocument/2006/relationships/presProps" Target="/ppt/presProps.xml" Id="R81a0a0e68c744682" /><Relationship Type="http://schemas.openxmlformats.org/officeDocument/2006/relationships/tableStyles" Target="/ppt/tableStyles.xml" Id="R729c2bb78711439b" /><Relationship Type="http://schemas.openxmlformats.org/officeDocument/2006/relationships/slide" Target="/ppt/slides/slide1.xml" Id="R8fa124cee3064752" /><Relationship Type="http://schemas.openxmlformats.org/officeDocument/2006/relationships/slide" Target="/ppt/slides/slide2.xml" Id="R4a58ad36e0e54508" /><Relationship Type="http://schemas.openxmlformats.org/officeDocument/2006/relationships/slide" Target="/ppt/slides/slide3.xml" Id="Rf752339e113e4fa7" /><Relationship Type="http://schemas.openxmlformats.org/officeDocument/2006/relationships/slide" Target="/ppt/slides/slide4.xml" Id="R253efb6d345446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cf55c60e1d4d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df6b2a602f4c86" /><Relationship Type="http://schemas.openxmlformats.org/officeDocument/2006/relationships/notesMaster" Target="/ppt/notesMasters/notesMaster1.xml" Id="Rd5d5287f193140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bd9eb2f5db44a3" /><Relationship Type="http://schemas.openxmlformats.org/officeDocument/2006/relationships/notesMaster" Target="/ppt/notesMasters/notesMaster1.xml" Id="R5e36f04535a24a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2bd609875f4203" /><Relationship Type="http://schemas.openxmlformats.org/officeDocument/2006/relationships/notesMaster" Target="/ppt/notesMasters/notesMaster1.xml" Id="R7bacea63518d4d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47ed7473b34c1d" /><Relationship Type="http://schemas.openxmlformats.org/officeDocument/2006/relationships/notesMaster" Target="/ppt/notesMasters/notesMaster1.xml" Id="Rcf4e3c065f0247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b3fb67540240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c7628b71da4450" /><Relationship Type="http://schemas.openxmlformats.org/officeDocument/2006/relationships/slideLayout" Target="/ppt/slideLayouts/slideLayout1.xml" Id="Rb66b6779962849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6b6779962849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5b08063eef4c1a" /><Relationship Type="http://schemas.openxmlformats.org/officeDocument/2006/relationships/notesSlide" Target="/ppt/notesSlides/notesSlide1.xml" Id="R9e53449f279348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44ab2f4fb44a1d" /><Relationship Type="http://schemas.openxmlformats.org/officeDocument/2006/relationships/notesSlide" Target="/ppt/notesSlides/notesSlide2.xml" Id="R034b7f46c6234b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0e0dc7204640ba" /><Relationship Type="http://schemas.openxmlformats.org/officeDocument/2006/relationships/notesSlide" Target="/ppt/notesSlides/notesSlide3.xml" Id="R35d09be4e2864c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ad5241f9c14f0c" /><Relationship Type="http://schemas.openxmlformats.org/officeDocument/2006/relationships/notesSlide" Target="/ppt/notesSlides/notesSlide4.xml" Id="R7dd8ef2bb31a4e8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C84E5B-CEFB-4C15-AA75-01801A27C932}"/>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1</a:t>
            </a:r>
          </a:p>
        </p:txBody>
      </p:sp>
      <p:sp>
        <p:nvSpPr>
          <p:cNvPr id="2" name="">
            <a:extLst xmlns:a="http://schemas.openxmlformats.org/drawingml/2006/main">
              <a:ext uri="{FF2B5EF4-FFF2-40B4-BE49-F238E27FC236}">
                <a16:creationId xmlns:a16="http://schemas.microsoft.com/office/drawing/2014/main" id="{1619ABDE-B68D-4C53-B98F-E3BDE9DDC9FD}"/>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B5F5C040-B202-44EA-8A39-2F08B4E719E7}"/>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wathiqrare1128 uses the uncommon term psithurism. وتتضمن المذكرة المصطلح النادر التماثل. تجمع الخطة المحدثة الطلبات المرتبطة عندما يحسن الدمج القيمة دون إضعاف المساءلة التشغيلية. The procurement team reviewed purchase requests, evaluation records, contract dates, and supplier performance information. راجع فريق المشتريات طلبات الشراء وسجلات التقييم وتواريخ العقود ومعلومات أداء</a:t>
            </a:r>
          </a:p>
        </p:txBody>
      </p:sp>
      <p:sp>
        <p:nvSpPr>
          <p:cNvPr id="4" name="">
            <a:extLst xmlns:a="http://schemas.openxmlformats.org/drawingml/2006/main">
              <a:ext uri="{FF2B5EF4-FFF2-40B4-BE49-F238E27FC236}">
                <a16:creationId xmlns:a16="http://schemas.microsoft.com/office/drawing/2014/main" id="{B6D0106A-C10F-4FFA-9A13-3464CD00E757}"/>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WTHQ-1128  Part 1 of 4</a:t>
            </a:r>
          </a:p>
        </p:txBody>
      </p:sp>
    </p:spTree>
    <p:extLst>
      <p:ext uri="{BB962C8B-B14F-4D97-AF65-F5344CB8AC3E}">
        <p14:creationId xmlns:p14="http://schemas.microsoft.com/office/powerpoint/2010/main" val="2207702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18AC00-50F6-43C8-BE22-57D4E1D1F782}"/>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2</a:t>
            </a:r>
          </a:p>
        </p:txBody>
      </p:sp>
      <p:sp>
        <p:nvSpPr>
          <p:cNvPr id="2" name="">
            <a:extLst xmlns:a="http://schemas.openxmlformats.org/drawingml/2006/main">
              <a:ext uri="{FF2B5EF4-FFF2-40B4-BE49-F238E27FC236}">
                <a16:creationId xmlns:a16="http://schemas.microsoft.com/office/drawing/2014/main" id="{3158ED69-E209-4F11-BBB6-F5762A4182E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BCF2EFD3-CEE3-430D-A1A9-5425FF7F21A0}"/>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الموردين. يجب أن يحتفظ كل قرار توريد بالمواصفات المعتمدة وأدلة التقييم ومسار التفويض الموثق. سيراقب مسؤولو العقود تواريخ التسليم ويعالجون الاختلافات قبل قبول الفواتير للدفع. تجمع الخطة المحدثة الطلبات المرتبطة عندما يحسن الدمج القيمة دون إضعاف المساءلة التشغيلية. The procurement team reviewed purchase requests, evaluation records, contract dates, and supplier</a:t>
            </a:r>
          </a:p>
        </p:txBody>
      </p:sp>
      <p:sp>
        <p:nvSpPr>
          <p:cNvPr id="4" name="">
            <a:extLst xmlns:a="http://schemas.openxmlformats.org/drawingml/2006/main">
              <a:ext uri="{FF2B5EF4-FFF2-40B4-BE49-F238E27FC236}">
                <a16:creationId xmlns:a16="http://schemas.microsoft.com/office/drawing/2014/main" id="{F3906656-24B8-46DC-AE1B-EB7DB047DC3D}"/>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WTHQ-1128  Part 2 of 4</a:t>
            </a:r>
          </a:p>
        </p:txBody>
      </p:sp>
    </p:spTree>
    <p:extLst>
      <p:ext uri="{BB962C8B-B14F-4D97-AF65-F5344CB8AC3E}">
        <p14:creationId xmlns:p14="http://schemas.microsoft.com/office/powerpoint/2010/main" val="6655282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07CF01-5508-4FE2-B6DC-05940474737B}"/>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3</a:t>
            </a:r>
          </a:p>
        </p:txBody>
      </p:sp>
      <p:sp>
        <p:nvSpPr>
          <p:cNvPr id="2" name="">
            <a:extLst xmlns:a="http://schemas.openxmlformats.org/drawingml/2006/main">
              <a:ext uri="{FF2B5EF4-FFF2-40B4-BE49-F238E27FC236}">
                <a16:creationId xmlns:a16="http://schemas.microsoft.com/office/drawing/2014/main" id="{37C83F45-AA50-4584-A6F3-301BA313169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87989873-1E05-47F4-B2B2-C3285BF3777E}"/>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performance information. راجع فريق المشتريات طلبات الشراء وسجلات التقييم وتواريخ العقود ومعلومات أداء الموردين. يجب أن يحتفظ كل قرار توريد بالمواصفات المعتمدة وأدلة التقييم ومسار التفويض الموثق. سيراقب مسؤولو العقود تواريخ التسليم ويعالجون الاختلافات قبل قبول الفواتير للدفع. تجمع الخطة المحدثة الطلبات المرتبطة عندما يحسن الدمج القيمة دون إضعاف المساءلة</a:t>
            </a:r>
          </a:p>
        </p:txBody>
      </p:sp>
      <p:sp>
        <p:nvSpPr>
          <p:cNvPr id="4" name="">
            <a:extLst xmlns:a="http://schemas.openxmlformats.org/drawingml/2006/main">
              <a:ext uri="{FF2B5EF4-FFF2-40B4-BE49-F238E27FC236}">
                <a16:creationId xmlns:a16="http://schemas.microsoft.com/office/drawing/2014/main" id="{D7D4A841-8B8A-4614-97B1-9072474E3873}"/>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WTHQ-1128  Part 3 of 4</a:t>
            </a:r>
          </a:p>
        </p:txBody>
      </p:sp>
    </p:spTree>
    <p:extLst>
      <p:ext uri="{BB962C8B-B14F-4D97-AF65-F5344CB8AC3E}">
        <p14:creationId xmlns:p14="http://schemas.microsoft.com/office/powerpoint/2010/main" val="19368762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43D22A-4245-404B-84F3-A0ADC912A16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4</a:t>
            </a:r>
          </a:p>
        </p:txBody>
      </p:sp>
      <p:sp>
        <p:nvSpPr>
          <p:cNvPr id="2" name="">
            <a:extLst xmlns:a="http://schemas.openxmlformats.org/drawingml/2006/main">
              <a:ext uri="{FF2B5EF4-FFF2-40B4-BE49-F238E27FC236}">
                <a16:creationId xmlns:a16="http://schemas.microsoft.com/office/drawing/2014/main" id="{EBC681DF-2022-4D10-85E7-643258D0BA59}"/>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25CE143F-0D84-42BB-AF40-A51ED255AA7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التشغيلية. The procurement team reviewed purchase requests, evaluation records, contract dates, and supplier performance information. راجع فريق المشتريات طلبات الشراء وسجلات التقييم وتواريخ العقود ومعلومات أداء الموردين. يجب أن يحتفظ كل قرار توريد بالمواصفات المعتمدة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C41105D4-F036-4E6D-A651-1D2AF90D286F}"/>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WTHQ-1128  Part 4 of 4</a:t>
            </a:r>
          </a:p>
        </p:txBody>
      </p:sp>
    </p:spTree>
    <p:extLst>
      <p:ext uri="{BB962C8B-B14F-4D97-AF65-F5344CB8AC3E}">
        <p14:creationId xmlns:p14="http://schemas.microsoft.com/office/powerpoint/2010/main" val="17374892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2026-09-24T12:44:02.8090000Z</dcterms:created>
  <dcterms:modified xsi:type="dcterms:W3CDTF">2026-09-24T12:44:02.8090000Z</dcterms:modified>
</coreProperties>
</file>