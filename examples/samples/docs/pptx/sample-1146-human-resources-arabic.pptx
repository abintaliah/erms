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6b84b058d941ac" /><Relationship Type="http://schemas.openxmlformats.org/officeDocument/2006/relationships/extended-properties" Target="/docProps/app.xml" Id="R18c36fe98b1147c9" /><Relationship Type="http://schemas.openxmlformats.org/officeDocument/2006/relationships/officeDocument" Target="/ppt/presentation.xml" Id="Ree8ab6ad0a664b26" /></Relationships>
</file>

<file path=ppt/presentation.xml><?xml version="1.0" encoding="utf-8"?>
<p:presentation xmlns:p="http://schemas.openxmlformats.org/presentationml/2006/main">
  <p:sldMasterIdLst>
    <p:sldMasterId xmlns:r="http://schemas.openxmlformats.org/officeDocument/2006/relationships" id="2147483648" r:id="Rbbe79edfe0514d60"/>
  </p:sldMasterIdLst>
  <p:notesMasterIdLst>
    <p:notesMasterId xmlns:r="http://schemas.openxmlformats.org/officeDocument/2006/relationships" r:id="R3c4a0330222340f5"/>
  </p:notesMasterIdLst>
  <p:sldIdLst>
    <p:sldId xmlns:r="http://schemas.openxmlformats.org/officeDocument/2006/relationships" id="256" r:id="R4cd394fd50bb41b3"/>
    <p:sldId xmlns:r="http://schemas.openxmlformats.org/officeDocument/2006/relationships" id="257" r:id="R0e1bb34e76f744b5"/>
    <p:sldId xmlns:r="http://schemas.openxmlformats.org/officeDocument/2006/relationships" id="258" r:id="Raea24f6658a74fae"/>
    <p:sldId xmlns:r="http://schemas.openxmlformats.org/officeDocument/2006/relationships" id="259" r:id="Rcc61d06f6bb545d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f2732996ad64883" /><Relationship Type="http://schemas.openxmlformats.org/officeDocument/2006/relationships/slideMaster" Target="/ppt/slideMasters/slideMaster1.xml" Id="Rbbe79edfe0514d60" /><Relationship Type="http://schemas.openxmlformats.org/officeDocument/2006/relationships/notesMaster" Target="/ppt/notesMasters/notesMaster1.xml" Id="R3c4a0330222340f5" /><Relationship Type="http://schemas.openxmlformats.org/officeDocument/2006/relationships/presProps" Target="/ppt/presProps.xml" Id="R8af5e89134284d7a" /><Relationship Type="http://schemas.openxmlformats.org/officeDocument/2006/relationships/tableStyles" Target="/ppt/tableStyles.xml" Id="Rae38ef07223d43fa" /><Relationship Type="http://schemas.openxmlformats.org/officeDocument/2006/relationships/slide" Target="/ppt/slides/slide1.xml" Id="R4cd394fd50bb41b3" /><Relationship Type="http://schemas.openxmlformats.org/officeDocument/2006/relationships/slide" Target="/ppt/slides/slide2.xml" Id="R0e1bb34e76f744b5" /><Relationship Type="http://schemas.openxmlformats.org/officeDocument/2006/relationships/slide" Target="/ppt/slides/slide3.xml" Id="Raea24f6658a74fae" /><Relationship Type="http://schemas.openxmlformats.org/officeDocument/2006/relationships/slide" Target="/ppt/slides/slide4.xml" Id="Rcc61d06f6bb545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2f87007283b46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b9b6fe2e6d4caf" /><Relationship Type="http://schemas.openxmlformats.org/officeDocument/2006/relationships/notesMaster" Target="/ppt/notesMasters/notesMaster1.xml" Id="R723d26ceedf947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f7dbd7baa744503" /><Relationship Type="http://schemas.openxmlformats.org/officeDocument/2006/relationships/notesMaster" Target="/ppt/notesMasters/notesMaster1.xml" Id="Rf3e27640a35e49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e441efdda14555" /><Relationship Type="http://schemas.openxmlformats.org/officeDocument/2006/relationships/notesMaster" Target="/ppt/notesMasters/notesMaster1.xml" Id="Rc02a3cd4767645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4ee46fb4b7514632" /><Relationship Type="http://schemas.openxmlformats.org/officeDocument/2006/relationships/notesMaster" Target="/ppt/notesMasters/notesMaster1.xml" Id="Rc033594db97e425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f37ffdcfd747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b4cad57f8e4443" /><Relationship Type="http://schemas.openxmlformats.org/officeDocument/2006/relationships/slideLayout" Target="/ppt/slideLayouts/slideLayout1.xml" Id="R1393aff78c0148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93aff78c0148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20dbb9f46d419e" /><Relationship Type="http://schemas.openxmlformats.org/officeDocument/2006/relationships/notesSlide" Target="/ppt/notesSlides/notesSlide1.xml" Id="Rfe1f3608803e45d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56a3a73d274b6b" /><Relationship Type="http://schemas.openxmlformats.org/officeDocument/2006/relationships/notesSlide" Target="/ppt/notesSlides/notesSlide2.xml" Id="Ra138d55b66334c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590a0c95ef4ef6" /><Relationship Type="http://schemas.openxmlformats.org/officeDocument/2006/relationships/notesSlide" Target="/ppt/notesSlides/notesSlide3.xml" Id="R16e92765f42d48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701b784ce3d49e5" /><Relationship Type="http://schemas.openxmlformats.org/officeDocument/2006/relationships/notesSlide" Target="/ppt/notesSlides/notesSlide4.xml" Id="Rd4a27f19fc4c4ad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2D15592-0981-4CD6-8A1A-94D6DEB0C49A}"/>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1</a:t>
            </a:r>
          </a:p>
        </p:txBody>
      </p:sp>
      <p:sp>
        <p:nvSpPr>
          <p:cNvPr id="2" name="">
            <a:extLst xmlns:a="http://schemas.openxmlformats.org/drawingml/2006/main">
              <a:ext uri="{FF2B5EF4-FFF2-40B4-BE49-F238E27FC236}">
                <a16:creationId xmlns:a16="http://schemas.microsoft.com/office/drawing/2014/main" id="{61B44FDF-03D6-47D0-AE63-85089F6DBEA2}"/>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C2755EC1-DAD1-4AB9-8F57-D4DFEB1B170B}"/>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wathiqrare1146 uses the uncommon term anfractuous. وتتضمن المذكرة المصطلح النادر الاستدراك. أكد المديرون أن الأوصاف الوظيفية تعكس المسؤوليات الحالية وأن سجلات المقابلات تتبع مدة الحفظ المعتمدة. توازن خطة القوى العاملة بين الشواغر الأساسية والتزامات التدريب وتحدد مسؤولية واضحة لكل إجراء معلق. تبقى سجلات الموظفين مقيدة بالمخولين مع جدولة مراجعة</a:t>
            </a:r>
          </a:p>
        </p:txBody>
      </p:sp>
      <p:sp>
        <p:nvSpPr>
          <p:cNvPr id="4" name="">
            <a:extLst xmlns:a="http://schemas.openxmlformats.org/drawingml/2006/main">
              <a:ext uri="{FF2B5EF4-FFF2-40B4-BE49-F238E27FC236}">
                <a16:creationId xmlns:a16="http://schemas.microsoft.com/office/drawing/2014/main" id="{C26FAAA1-DD87-403A-8BB1-6AC887A16D4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WTHQ-1146  Part 1 of 4</a:t>
            </a:r>
          </a:p>
        </p:txBody>
      </p:sp>
    </p:spTree>
    <p:extLst>
      <p:ext uri="{BB962C8B-B14F-4D97-AF65-F5344CB8AC3E}">
        <p14:creationId xmlns:p14="http://schemas.microsoft.com/office/powerpoint/2010/main" val="166998336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A378AF-B3DA-4614-8A27-A1132C2C8D06}"/>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2</a:t>
            </a:r>
          </a:p>
        </p:txBody>
      </p:sp>
      <p:sp>
        <p:nvSpPr>
          <p:cNvPr id="2" name="">
            <a:extLst xmlns:a="http://schemas.openxmlformats.org/drawingml/2006/main">
              <a:ext uri="{FF2B5EF4-FFF2-40B4-BE49-F238E27FC236}">
                <a16:creationId xmlns:a16="http://schemas.microsoft.com/office/drawing/2014/main" id="{079387D4-2845-42FA-BB77-B695390A05A3}"/>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FE7DE52A-3119-40DA-B267-B19152FA2337}"/>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الصلاحيات قبل دورة التقارير القادمة. Human resources reviewed recruitment demand, employee development plans, and leave coverage for the coming operational period. راجعت الموارد البشرية احتياجات التوظيف وخطط تطوير الموظفين وتغطية الإجازات للفترة التشغيلية القادمة. أكد المديرون أن الأوصاف الوظيفية تعكس المسؤوليات الحالية وأن سجلات المقابلات تتبع مدة الحفظ المعتمدة. توازن</a:t>
            </a:r>
          </a:p>
        </p:txBody>
      </p:sp>
      <p:sp>
        <p:nvSpPr>
          <p:cNvPr id="4" name="">
            <a:extLst xmlns:a="http://schemas.openxmlformats.org/drawingml/2006/main">
              <a:ext uri="{FF2B5EF4-FFF2-40B4-BE49-F238E27FC236}">
                <a16:creationId xmlns:a16="http://schemas.microsoft.com/office/drawing/2014/main" id="{2BB53E08-8CD9-4344-AECE-9DD2EC20C9EB}"/>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WTHQ-1146  Part 2 of 4</a:t>
            </a:r>
          </a:p>
        </p:txBody>
      </p:sp>
    </p:spTree>
    <p:extLst>
      <p:ext uri="{BB962C8B-B14F-4D97-AF65-F5344CB8AC3E}">
        <p14:creationId xmlns:p14="http://schemas.microsoft.com/office/powerpoint/2010/main" val="18086542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B2F0F7D-EBC0-4AA6-A957-BE5C91706975}"/>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3</a:t>
            </a:r>
          </a:p>
        </p:txBody>
      </p:sp>
      <p:sp>
        <p:nvSpPr>
          <p:cNvPr id="2" name="">
            <a:extLst xmlns:a="http://schemas.openxmlformats.org/drawingml/2006/main">
              <a:ext uri="{FF2B5EF4-FFF2-40B4-BE49-F238E27FC236}">
                <a16:creationId xmlns:a16="http://schemas.microsoft.com/office/drawing/2014/main" id="{D25CF0E9-AF23-4437-9A07-4F98F8AC297B}"/>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E0810CC7-8198-44F9-A977-47C7127A900A}"/>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خطة القوى العاملة بين الشواغر الأساسية والتزامات التدريب وتحدد مسؤولية واضحة لكل إجراء معلق. تبقى سجلات الموظفين مقيدة بالمخولين مع جدولة مراجعة الصلاحيات قبل دورة التقارير القادمة. Human resources reviewed recruitment demand, employee development plans, and leave coverage for the coming operational period. راجعت الموارد البشرية احتياجات التوظيف وخطط تطوير</a:t>
            </a:r>
          </a:p>
        </p:txBody>
      </p:sp>
      <p:sp>
        <p:nvSpPr>
          <p:cNvPr id="4" name="">
            <a:extLst xmlns:a="http://schemas.openxmlformats.org/drawingml/2006/main">
              <a:ext uri="{FF2B5EF4-FFF2-40B4-BE49-F238E27FC236}">
                <a16:creationId xmlns:a16="http://schemas.microsoft.com/office/drawing/2014/main" id="{717E01B9-4757-4CA7-AD55-5CE921C3CEC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WTHQ-1146  Part 3 of 4</a:t>
            </a:r>
          </a:p>
        </p:txBody>
      </p:sp>
    </p:spTree>
    <p:extLst>
      <p:ext uri="{BB962C8B-B14F-4D97-AF65-F5344CB8AC3E}">
        <p14:creationId xmlns:p14="http://schemas.microsoft.com/office/powerpoint/2010/main" val="135553912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C9702D7-7F80-4847-868D-E651C03B3C4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Workforce Planning Note 4</a:t>
            </a:r>
          </a:p>
        </p:txBody>
      </p:sp>
      <p:sp>
        <p:nvSpPr>
          <p:cNvPr id="2" name="">
            <a:extLst xmlns:a="http://schemas.openxmlformats.org/drawingml/2006/main">
              <a:ext uri="{FF2B5EF4-FFF2-40B4-BE49-F238E27FC236}">
                <a16:creationId xmlns:a16="http://schemas.microsoft.com/office/drawing/2014/main" id="{AAB8661A-D739-47EB-B614-388AE6CF9E43}"/>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‫مذكرة تخطيط القوى العاملة‬</a:t>
            </a:r>
          </a:p>
        </p:txBody>
      </p:sp>
      <p:sp>
        <p:nvSpPr>
          <p:cNvPr id="3" name="">
            <a:extLst xmlns:a="http://schemas.openxmlformats.org/drawingml/2006/main">
              <a:ext uri="{FF2B5EF4-FFF2-40B4-BE49-F238E27FC236}">
                <a16:creationId xmlns:a16="http://schemas.microsoft.com/office/drawing/2014/main" id="{2812C321-3AFE-405D-B040-4708199157ED}"/>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الموظفين وتغطية الإجازات للفترة التشغيلية القادمة. أكد المديرون أن الأوصاف الوظيفية تعكس المسؤوليات الحالية وأن سجلات المقابلات تتبع مدة الحفظ المعتمدة. توازن خطة القوى العاملة بين الشواغر الأساسية والتزامات التدريب وتحدد مسؤولية واضحة لكل إجراء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C356CEAF-AF43-4058-A730-544EF9A0F681}"/>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WTHQ-1146  Part 4 of 4</a:t>
            </a:r>
          </a:p>
        </p:txBody>
      </p:sp>
    </p:spTree>
    <p:extLst>
      <p:ext uri="{BB962C8B-B14F-4D97-AF65-F5344CB8AC3E}">
        <p14:creationId xmlns:p14="http://schemas.microsoft.com/office/powerpoint/2010/main" val="2022564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2026-09-24T12:44:29.8290000Z</dcterms:created>
  <dcterms:modified xsi:type="dcterms:W3CDTF">2026-09-24T12:44:29.8290000Z</dcterms:modified>
</coreProperties>
</file>